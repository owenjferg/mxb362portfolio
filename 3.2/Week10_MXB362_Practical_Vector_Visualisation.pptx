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75" r:id="rId5"/>
    <p:sldId id="267" r:id="rId6"/>
    <p:sldId id="268" r:id="rId7"/>
    <p:sldId id="291" r:id="rId8"/>
    <p:sldId id="292" r:id="rId9"/>
    <p:sldId id="293" r:id="rId10"/>
    <p:sldId id="29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4372"/>
    <a:srgbClr val="00061A"/>
    <a:srgbClr val="03255B"/>
    <a:srgbClr val="093779"/>
    <a:srgbClr val="062B63"/>
    <a:srgbClr val="0C488E"/>
    <a:srgbClr val="00285F"/>
    <a:srgbClr val="0006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5B397A-BB08-46D0-92FF-52F8D57ADCC3}" v="5" dt="2024-09-12T06:49:10.3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729" autoAdjust="0"/>
    <p:restoredTop sz="96327"/>
  </p:normalViewPr>
  <p:slideViewPr>
    <p:cSldViewPr snapToGrid="0" showGuides="1">
      <p:cViewPr>
        <p:scale>
          <a:sx n="75" d="100"/>
          <a:sy n="75" d="100"/>
        </p:scale>
        <p:origin x="86" y="979"/>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e Sharp" userId="4368e1a6-2bdf-4552-964d-574d8c8876e1" providerId="ADAL" clId="{85E1C9CD-E198-4D2C-89CC-67B41535D574}"/>
    <pc:docChg chg="undo custSel addSld delSld modSld">
      <pc:chgData name="Jesse Sharp" userId="4368e1a6-2bdf-4552-964d-574d8c8876e1" providerId="ADAL" clId="{85E1C9CD-E198-4D2C-89CC-67B41535D574}" dt="2023-07-07T08:08:25.704" v="5264" actId="20577"/>
      <pc:docMkLst>
        <pc:docMk/>
      </pc:docMkLst>
      <pc:sldChg chg="addSp modSp mod">
        <pc:chgData name="Jesse Sharp" userId="4368e1a6-2bdf-4552-964d-574d8c8876e1" providerId="ADAL" clId="{85E1C9CD-E198-4D2C-89CC-67B41535D574}" dt="2023-07-07T06:40:30.659" v="2251" actId="14100"/>
        <pc:sldMkLst>
          <pc:docMk/>
          <pc:sldMk cId="2812679239" sldId="267"/>
        </pc:sldMkLst>
        <pc:spChg chg="add mod">
          <ac:chgData name="Jesse Sharp" userId="4368e1a6-2bdf-4552-964d-574d8c8876e1" providerId="ADAL" clId="{85E1C9CD-E198-4D2C-89CC-67B41535D574}" dt="2023-07-07T05:30:51.359" v="815" actId="404"/>
          <ac:spMkLst>
            <pc:docMk/>
            <pc:sldMk cId="2812679239" sldId="267"/>
            <ac:spMk id="4" creationId="{539A9F03-C693-BC1D-7775-B2CA996F470E}"/>
          </ac:spMkLst>
        </pc:spChg>
        <pc:spChg chg="mod">
          <ac:chgData name="Jesse Sharp" userId="4368e1a6-2bdf-4552-964d-574d8c8876e1" providerId="ADAL" clId="{85E1C9CD-E198-4D2C-89CC-67B41535D574}" dt="2023-07-07T05:33:50.514" v="890" actId="20577"/>
          <ac:spMkLst>
            <pc:docMk/>
            <pc:sldMk cId="2812679239" sldId="267"/>
            <ac:spMk id="5" creationId="{EB3A9C9D-8FCF-43A1-A07B-8D54844414CC}"/>
          </ac:spMkLst>
        </pc:spChg>
        <pc:spChg chg="mod">
          <ac:chgData name="Jesse Sharp" userId="4368e1a6-2bdf-4552-964d-574d8c8876e1" providerId="ADAL" clId="{85E1C9CD-E198-4D2C-89CC-67B41535D574}" dt="2023-07-07T06:40:30.659" v="2251" actId="14100"/>
          <ac:spMkLst>
            <pc:docMk/>
            <pc:sldMk cId="2812679239" sldId="267"/>
            <ac:spMk id="6" creationId="{C79F1CC9-CD81-4622-8F0F-6FDBDEA92DE0}"/>
          </ac:spMkLst>
        </pc:spChg>
        <pc:picChg chg="add mod">
          <ac:chgData name="Jesse Sharp" userId="4368e1a6-2bdf-4552-964d-574d8c8876e1" providerId="ADAL" clId="{85E1C9CD-E198-4D2C-89CC-67B41535D574}" dt="2023-07-07T05:30:17.145" v="761" actId="1076"/>
          <ac:picMkLst>
            <pc:docMk/>
            <pc:sldMk cId="2812679239" sldId="267"/>
            <ac:picMk id="3" creationId="{B8D142C4-D9BC-2E5C-2B1B-CE1B43F0EA17}"/>
          </ac:picMkLst>
        </pc:picChg>
      </pc:sldChg>
      <pc:sldChg chg="addSp delSp modSp mod">
        <pc:chgData name="Jesse Sharp" userId="4368e1a6-2bdf-4552-964d-574d8c8876e1" providerId="ADAL" clId="{85E1C9CD-E198-4D2C-89CC-67B41535D574}" dt="2023-07-07T07:22:52.366" v="4020" actId="113"/>
        <pc:sldMkLst>
          <pc:docMk/>
          <pc:sldMk cId="1133625181" sldId="268"/>
        </pc:sldMkLst>
        <pc:spChg chg="add mod">
          <ac:chgData name="Jesse Sharp" userId="4368e1a6-2bdf-4552-964d-574d8c8876e1" providerId="ADAL" clId="{85E1C9CD-E198-4D2C-89CC-67B41535D574}" dt="2023-07-07T07:22:52.366" v="4020" actId="113"/>
          <ac:spMkLst>
            <pc:docMk/>
            <pc:sldMk cId="1133625181" sldId="268"/>
            <ac:spMk id="2" creationId="{85FEE618-5708-E53E-824C-8FADD3BEFE40}"/>
          </ac:spMkLst>
        </pc:spChg>
        <pc:spChg chg="mod">
          <ac:chgData name="Jesse Sharp" userId="4368e1a6-2bdf-4552-964d-574d8c8876e1" providerId="ADAL" clId="{85E1C9CD-E198-4D2C-89CC-67B41535D574}" dt="2023-07-07T05:07:38.526" v="21"/>
          <ac:spMkLst>
            <pc:docMk/>
            <pc:sldMk cId="1133625181" sldId="268"/>
            <ac:spMk id="4" creationId="{9A5FA1BF-9CA9-4A56-829C-D41B5F2B9609}"/>
          </ac:spMkLst>
        </pc:spChg>
        <pc:spChg chg="add mod">
          <ac:chgData name="Jesse Sharp" userId="4368e1a6-2bdf-4552-964d-574d8c8876e1" providerId="ADAL" clId="{85E1C9CD-E198-4D2C-89CC-67B41535D574}" dt="2023-07-07T06:38:05.831" v="2236"/>
          <ac:spMkLst>
            <pc:docMk/>
            <pc:sldMk cId="1133625181" sldId="268"/>
            <ac:spMk id="7" creationId="{4190E7A3-C978-7587-2339-670881B08E57}"/>
          </ac:spMkLst>
        </pc:spChg>
        <pc:picChg chg="add del mod">
          <ac:chgData name="Jesse Sharp" userId="4368e1a6-2bdf-4552-964d-574d8c8876e1" providerId="ADAL" clId="{85E1C9CD-E198-4D2C-89CC-67B41535D574}" dt="2023-07-07T06:35:52.959" v="2235" actId="478"/>
          <ac:picMkLst>
            <pc:docMk/>
            <pc:sldMk cId="1133625181" sldId="268"/>
            <ac:picMk id="5" creationId="{A918562B-8823-F7B9-973A-8A2326039AC1}"/>
          </ac:picMkLst>
        </pc:picChg>
        <pc:picChg chg="add del mod">
          <ac:chgData name="Jesse Sharp" userId="4368e1a6-2bdf-4552-964d-574d8c8876e1" providerId="ADAL" clId="{85E1C9CD-E198-4D2C-89CC-67B41535D574}" dt="2023-07-07T06:38:59.591" v="2243" actId="478"/>
          <ac:picMkLst>
            <pc:docMk/>
            <pc:sldMk cId="1133625181" sldId="268"/>
            <ac:picMk id="6" creationId="{BDEFE9E0-BA3F-EDFD-3FFD-1533DCF4E607}"/>
          </ac:picMkLst>
        </pc:picChg>
        <pc:picChg chg="add mod ord">
          <ac:chgData name="Jesse Sharp" userId="4368e1a6-2bdf-4552-964d-574d8c8876e1" providerId="ADAL" clId="{85E1C9CD-E198-4D2C-89CC-67B41535D574}" dt="2023-07-07T06:39:03.817" v="2244" actId="14100"/>
          <ac:picMkLst>
            <pc:docMk/>
            <pc:sldMk cId="1133625181" sldId="268"/>
            <ac:picMk id="9" creationId="{9E8D7420-161E-797F-71EE-55B6E063CAD5}"/>
          </ac:picMkLst>
        </pc:picChg>
      </pc:sldChg>
      <pc:sldChg chg="modSp del mod">
        <pc:chgData name="Jesse Sharp" userId="4368e1a6-2bdf-4552-964d-574d8c8876e1" providerId="ADAL" clId="{85E1C9CD-E198-4D2C-89CC-67B41535D574}" dt="2023-07-07T06:39:29.842" v="2247" actId="47"/>
        <pc:sldMkLst>
          <pc:docMk/>
          <pc:sldMk cId="1072743655" sldId="269"/>
        </pc:sldMkLst>
        <pc:spChg chg="mod">
          <ac:chgData name="Jesse Sharp" userId="4368e1a6-2bdf-4552-964d-574d8c8876e1" providerId="ADAL" clId="{85E1C9CD-E198-4D2C-89CC-67B41535D574}" dt="2023-07-07T05:07:46.357" v="22"/>
          <ac:spMkLst>
            <pc:docMk/>
            <pc:sldMk cId="1072743655" sldId="269"/>
            <ac:spMk id="4" creationId="{6A0C9ED8-5E20-433F-932E-4F4C2A74D87B}"/>
          </ac:spMkLst>
        </pc:spChg>
      </pc:sldChg>
      <pc:sldChg chg="modSp mod">
        <pc:chgData name="Jesse Sharp" userId="4368e1a6-2bdf-4552-964d-574d8c8876e1" providerId="ADAL" clId="{85E1C9CD-E198-4D2C-89CC-67B41535D574}" dt="2023-07-07T05:07:10.733" v="19" actId="20577"/>
        <pc:sldMkLst>
          <pc:docMk/>
          <pc:sldMk cId="2693289624" sldId="275"/>
        </pc:sldMkLst>
        <pc:spChg chg="mod">
          <ac:chgData name="Jesse Sharp" userId="4368e1a6-2bdf-4552-964d-574d8c8876e1" providerId="ADAL" clId="{85E1C9CD-E198-4D2C-89CC-67B41535D574}" dt="2023-07-07T05:07:10.733" v="19" actId="20577"/>
          <ac:spMkLst>
            <pc:docMk/>
            <pc:sldMk cId="2693289624" sldId="275"/>
            <ac:spMk id="4" creationId="{4CB231B7-6131-0949-BB3E-AE7ACD17A209}"/>
          </ac:spMkLst>
        </pc:spChg>
      </pc:sldChg>
      <pc:sldChg chg="modSp add mod">
        <pc:chgData name="Jesse Sharp" userId="4368e1a6-2bdf-4552-964d-574d8c8876e1" providerId="ADAL" clId="{85E1C9CD-E198-4D2C-89CC-67B41535D574}" dt="2023-07-07T08:08:25.704" v="5264" actId="20577"/>
        <pc:sldMkLst>
          <pc:docMk/>
          <pc:sldMk cId="498422975" sldId="290"/>
        </pc:sldMkLst>
        <pc:spChg chg="mod">
          <ac:chgData name="Jesse Sharp" userId="4368e1a6-2bdf-4552-964d-574d8c8876e1" providerId="ADAL" clId="{85E1C9CD-E198-4D2C-89CC-67B41535D574}" dt="2023-07-07T08:08:25.704" v="5264" actId="20577"/>
          <ac:spMkLst>
            <pc:docMk/>
            <pc:sldMk cId="498422975" sldId="290"/>
            <ac:spMk id="6" creationId="{C79F1CC9-CD81-4622-8F0F-6FDBDEA92DE0}"/>
          </ac:spMkLst>
        </pc:spChg>
      </pc:sldChg>
      <pc:sldChg chg="addSp delSp modSp add mod">
        <pc:chgData name="Jesse Sharp" userId="4368e1a6-2bdf-4552-964d-574d8c8876e1" providerId="ADAL" clId="{85E1C9CD-E198-4D2C-89CC-67B41535D574}" dt="2023-07-07T07:56:06.919" v="5126" actId="6549"/>
        <pc:sldMkLst>
          <pc:docMk/>
          <pc:sldMk cId="690724369" sldId="291"/>
        </pc:sldMkLst>
        <pc:spChg chg="mod">
          <ac:chgData name="Jesse Sharp" userId="4368e1a6-2bdf-4552-964d-574d8c8876e1" providerId="ADAL" clId="{85E1C9CD-E198-4D2C-89CC-67B41535D574}" dt="2023-07-07T07:56:06.919" v="5126" actId="6549"/>
          <ac:spMkLst>
            <pc:docMk/>
            <pc:sldMk cId="690724369" sldId="291"/>
            <ac:spMk id="2" creationId="{85FEE618-5708-E53E-824C-8FADD3BEFE40}"/>
          </ac:spMkLst>
        </pc:spChg>
        <pc:spChg chg="mod">
          <ac:chgData name="Jesse Sharp" userId="4368e1a6-2bdf-4552-964d-574d8c8876e1" providerId="ADAL" clId="{85E1C9CD-E198-4D2C-89CC-67B41535D574}" dt="2023-07-07T06:39:27.829" v="2246"/>
          <ac:spMkLst>
            <pc:docMk/>
            <pc:sldMk cId="690724369" sldId="291"/>
            <ac:spMk id="4" creationId="{9A5FA1BF-9CA9-4A56-829C-D41B5F2B9609}"/>
          </ac:spMkLst>
        </pc:spChg>
        <pc:picChg chg="add del">
          <ac:chgData name="Jesse Sharp" userId="4368e1a6-2bdf-4552-964d-574d8c8876e1" providerId="ADAL" clId="{85E1C9CD-E198-4D2C-89CC-67B41535D574}" dt="2023-07-07T06:47:49.890" v="2414" actId="22"/>
          <ac:picMkLst>
            <pc:docMk/>
            <pc:sldMk cId="690724369" sldId="291"/>
            <ac:picMk id="5" creationId="{6FE482FF-95CD-996C-871C-56F21FF3540C}"/>
          </ac:picMkLst>
        </pc:picChg>
        <pc:picChg chg="add del mod ord">
          <ac:chgData name="Jesse Sharp" userId="4368e1a6-2bdf-4552-964d-574d8c8876e1" providerId="ADAL" clId="{85E1C9CD-E198-4D2C-89CC-67B41535D574}" dt="2023-07-07T07:02:04.528" v="2839" actId="478"/>
          <ac:picMkLst>
            <pc:docMk/>
            <pc:sldMk cId="690724369" sldId="291"/>
            <ac:picMk id="8" creationId="{94D85FB0-0DAD-E3A2-D613-D74CA8015AB4}"/>
          </ac:picMkLst>
        </pc:picChg>
        <pc:picChg chg="add del">
          <ac:chgData name="Jesse Sharp" userId="4368e1a6-2bdf-4552-964d-574d8c8876e1" providerId="ADAL" clId="{85E1C9CD-E198-4D2C-89CC-67B41535D574}" dt="2023-07-07T06:48:04.881" v="2419" actId="478"/>
          <ac:picMkLst>
            <pc:docMk/>
            <pc:sldMk cId="690724369" sldId="291"/>
            <ac:picMk id="9" creationId="{9E8D7420-161E-797F-71EE-55B6E063CAD5}"/>
          </ac:picMkLst>
        </pc:picChg>
        <pc:picChg chg="add mod">
          <ac:chgData name="Jesse Sharp" userId="4368e1a6-2bdf-4552-964d-574d8c8876e1" providerId="ADAL" clId="{85E1C9CD-E198-4D2C-89CC-67B41535D574}" dt="2023-07-07T07:02:02.952" v="2838" actId="14100"/>
          <ac:picMkLst>
            <pc:docMk/>
            <pc:sldMk cId="690724369" sldId="291"/>
            <ac:picMk id="11" creationId="{8ECB0E8B-E965-6801-9CA2-20B43D1A280C}"/>
          </ac:picMkLst>
        </pc:picChg>
      </pc:sldChg>
      <pc:sldChg chg="addSp delSp modSp add mod">
        <pc:chgData name="Jesse Sharp" userId="4368e1a6-2bdf-4552-964d-574d8c8876e1" providerId="ADAL" clId="{85E1C9CD-E198-4D2C-89CC-67B41535D574}" dt="2023-07-07T08:06:36.944" v="5258" actId="12"/>
        <pc:sldMkLst>
          <pc:docMk/>
          <pc:sldMk cId="1376579219" sldId="292"/>
        </pc:sldMkLst>
        <pc:spChg chg="mod">
          <ac:chgData name="Jesse Sharp" userId="4368e1a6-2bdf-4552-964d-574d8c8876e1" providerId="ADAL" clId="{85E1C9CD-E198-4D2C-89CC-67B41535D574}" dt="2023-07-07T08:06:36.944" v="5258" actId="12"/>
          <ac:spMkLst>
            <pc:docMk/>
            <pc:sldMk cId="1376579219" sldId="292"/>
            <ac:spMk id="2" creationId="{85FEE618-5708-E53E-824C-8FADD3BEFE40}"/>
          </ac:spMkLst>
        </pc:spChg>
        <pc:spChg chg="add del mod">
          <ac:chgData name="Jesse Sharp" userId="4368e1a6-2bdf-4552-964d-574d8c8876e1" providerId="ADAL" clId="{85E1C9CD-E198-4D2C-89CC-67B41535D574}" dt="2023-07-07T07:18:26.833" v="3791" actId="478"/>
          <ac:spMkLst>
            <pc:docMk/>
            <pc:sldMk cId="1376579219" sldId="292"/>
            <ac:spMk id="5" creationId="{81DBEE89-00E3-19A0-D1A8-51D27C3A6EE2}"/>
          </ac:spMkLst>
        </pc:spChg>
        <pc:spChg chg="add del">
          <ac:chgData name="Jesse Sharp" userId="4368e1a6-2bdf-4552-964d-574d8c8876e1" providerId="ADAL" clId="{85E1C9CD-E198-4D2C-89CC-67B41535D574}" dt="2023-07-07T08:04:47.018" v="5180"/>
          <ac:spMkLst>
            <pc:docMk/>
            <pc:sldMk cId="1376579219" sldId="292"/>
            <ac:spMk id="6" creationId="{8A1D972B-B831-0AF2-50BA-2F5536A71E90}"/>
          </ac:spMkLst>
        </pc:spChg>
        <pc:spChg chg="add del">
          <ac:chgData name="Jesse Sharp" userId="4368e1a6-2bdf-4552-964d-574d8c8876e1" providerId="ADAL" clId="{85E1C9CD-E198-4D2C-89CC-67B41535D574}" dt="2023-07-07T08:04:49.865" v="5183"/>
          <ac:spMkLst>
            <pc:docMk/>
            <pc:sldMk cId="1376579219" sldId="292"/>
            <ac:spMk id="8" creationId="{2B88B465-9D11-B6E6-1FF9-9A2AB09F2BD3}"/>
          </ac:spMkLst>
        </pc:spChg>
      </pc:sldChg>
    </pc:docChg>
  </pc:docChgLst>
  <pc:docChgLst>
    <pc:chgData name="Riley Whebell" userId="77edcaf0-76e9-4161-b289-8f8b4a0c02f2" providerId="ADAL" clId="{0B5B397A-BB08-46D0-92FF-52F8D57ADCC3}"/>
    <pc:docChg chg="custSel addSld modSld">
      <pc:chgData name="Riley Whebell" userId="77edcaf0-76e9-4161-b289-8f8b4a0c02f2" providerId="ADAL" clId="{0B5B397A-BB08-46D0-92FF-52F8D57ADCC3}" dt="2024-09-12T07:01:39.434" v="1145" actId="20577"/>
      <pc:docMkLst>
        <pc:docMk/>
      </pc:docMkLst>
      <pc:sldChg chg="modSp mod">
        <pc:chgData name="Riley Whebell" userId="77edcaf0-76e9-4161-b289-8f8b4a0c02f2" providerId="ADAL" clId="{0B5B397A-BB08-46D0-92FF-52F8D57ADCC3}" dt="2024-09-12T06:58:16.412" v="1106" actId="20577"/>
        <pc:sldMkLst>
          <pc:docMk/>
          <pc:sldMk cId="1133625181" sldId="268"/>
        </pc:sldMkLst>
        <pc:spChg chg="mod">
          <ac:chgData name="Riley Whebell" userId="77edcaf0-76e9-4161-b289-8f8b4a0c02f2" providerId="ADAL" clId="{0B5B397A-BB08-46D0-92FF-52F8D57ADCC3}" dt="2024-09-12T06:58:16.412" v="1106" actId="20577"/>
          <ac:spMkLst>
            <pc:docMk/>
            <pc:sldMk cId="1133625181" sldId="268"/>
            <ac:spMk id="2" creationId="{85FEE618-5708-E53E-824C-8FADD3BEFE40}"/>
          </ac:spMkLst>
        </pc:spChg>
      </pc:sldChg>
      <pc:sldChg chg="addSp delSp modSp mod">
        <pc:chgData name="Riley Whebell" userId="77edcaf0-76e9-4161-b289-8f8b4a0c02f2" providerId="ADAL" clId="{0B5B397A-BB08-46D0-92FF-52F8D57ADCC3}" dt="2024-09-12T06:50:06.208" v="899" actId="27636"/>
        <pc:sldMkLst>
          <pc:docMk/>
          <pc:sldMk cId="690724369" sldId="291"/>
        </pc:sldMkLst>
        <pc:spChg chg="mod">
          <ac:chgData name="Riley Whebell" userId="77edcaf0-76e9-4161-b289-8f8b4a0c02f2" providerId="ADAL" clId="{0B5B397A-BB08-46D0-92FF-52F8D57ADCC3}" dt="2024-09-12T06:50:06.208" v="899" actId="27636"/>
          <ac:spMkLst>
            <pc:docMk/>
            <pc:sldMk cId="690724369" sldId="291"/>
            <ac:spMk id="2" creationId="{85FEE618-5708-E53E-824C-8FADD3BEFE40}"/>
          </ac:spMkLst>
        </pc:spChg>
        <pc:spChg chg="add mod">
          <ac:chgData name="Riley Whebell" userId="77edcaf0-76e9-4161-b289-8f8b4a0c02f2" providerId="ADAL" clId="{0B5B397A-BB08-46D0-92FF-52F8D57ADCC3}" dt="2024-09-12T06:49:02.013" v="874" actId="1076"/>
          <ac:spMkLst>
            <pc:docMk/>
            <pc:sldMk cId="690724369" sldId="291"/>
            <ac:spMk id="6" creationId="{A2C683E1-F9EF-D4FF-7313-1971729CD1C3}"/>
          </ac:spMkLst>
        </pc:spChg>
        <pc:spChg chg="del">
          <ac:chgData name="Riley Whebell" userId="77edcaf0-76e9-4161-b289-8f8b4a0c02f2" providerId="ADAL" clId="{0B5B397A-BB08-46D0-92FF-52F8D57ADCC3}" dt="2024-09-12T06:37:15.780" v="827" actId="478"/>
          <ac:spMkLst>
            <pc:docMk/>
            <pc:sldMk cId="690724369" sldId="291"/>
            <ac:spMk id="7" creationId="{4190E7A3-C978-7587-2339-670881B08E57}"/>
          </ac:spMkLst>
        </pc:spChg>
        <pc:picChg chg="add del mod">
          <ac:chgData name="Riley Whebell" userId="77edcaf0-76e9-4161-b289-8f8b4a0c02f2" providerId="ADAL" clId="{0B5B397A-BB08-46D0-92FF-52F8D57ADCC3}" dt="2024-09-12T06:37:15.780" v="827" actId="478"/>
          <ac:picMkLst>
            <pc:docMk/>
            <pc:sldMk cId="690724369" sldId="291"/>
            <ac:picMk id="5" creationId="{40DF04F2-B069-0B20-D32C-CCD78CA5D2F8}"/>
          </ac:picMkLst>
        </pc:picChg>
        <pc:picChg chg="add del mod">
          <ac:chgData name="Riley Whebell" userId="77edcaf0-76e9-4161-b289-8f8b4a0c02f2" providerId="ADAL" clId="{0B5B397A-BB08-46D0-92FF-52F8D57ADCC3}" dt="2024-09-12T06:48:29.096" v="864" actId="478"/>
          <ac:picMkLst>
            <pc:docMk/>
            <pc:sldMk cId="690724369" sldId="291"/>
            <ac:picMk id="8" creationId="{A7F98D36-1C06-9B9E-BB53-30BB5B56EA77}"/>
          </ac:picMkLst>
        </pc:picChg>
        <pc:picChg chg="add del mod">
          <ac:chgData name="Riley Whebell" userId="77edcaf0-76e9-4161-b289-8f8b4a0c02f2" providerId="ADAL" clId="{0B5B397A-BB08-46D0-92FF-52F8D57ADCC3}" dt="2024-09-12T06:48:40.353" v="868" actId="478"/>
          <ac:picMkLst>
            <pc:docMk/>
            <pc:sldMk cId="690724369" sldId="291"/>
            <ac:picMk id="10" creationId="{102B2083-4222-7133-4050-B0E37C3D3384}"/>
          </ac:picMkLst>
        </pc:picChg>
        <pc:picChg chg="del">
          <ac:chgData name="Riley Whebell" userId="77edcaf0-76e9-4161-b289-8f8b4a0c02f2" providerId="ADAL" clId="{0B5B397A-BB08-46D0-92FF-52F8D57ADCC3}" dt="2024-09-12T06:36:54.041" v="820" actId="478"/>
          <ac:picMkLst>
            <pc:docMk/>
            <pc:sldMk cId="690724369" sldId="291"/>
            <ac:picMk id="11" creationId="{8ECB0E8B-E965-6801-9CA2-20B43D1A280C}"/>
          </ac:picMkLst>
        </pc:picChg>
        <pc:picChg chg="add mod">
          <ac:chgData name="Riley Whebell" userId="77edcaf0-76e9-4161-b289-8f8b4a0c02f2" providerId="ADAL" clId="{0B5B397A-BB08-46D0-92FF-52F8D57ADCC3}" dt="2024-09-12T06:48:52.935" v="870" actId="1076"/>
          <ac:picMkLst>
            <pc:docMk/>
            <pc:sldMk cId="690724369" sldId="291"/>
            <ac:picMk id="13" creationId="{AF40CC59-760F-C8E9-D538-9EAACE715130}"/>
          </ac:picMkLst>
        </pc:picChg>
      </pc:sldChg>
      <pc:sldChg chg="addSp delSp modSp mod">
        <pc:chgData name="Riley Whebell" userId="77edcaf0-76e9-4161-b289-8f8b4a0c02f2" providerId="ADAL" clId="{0B5B397A-BB08-46D0-92FF-52F8D57ADCC3}" dt="2024-09-12T06:49:06.805" v="876"/>
        <pc:sldMkLst>
          <pc:docMk/>
          <pc:sldMk cId="1376579219" sldId="292"/>
        </pc:sldMkLst>
        <pc:spChg chg="add del mod">
          <ac:chgData name="Riley Whebell" userId="77edcaf0-76e9-4161-b289-8f8b4a0c02f2" providerId="ADAL" clId="{0B5B397A-BB08-46D0-92FF-52F8D57ADCC3}" dt="2024-09-12T06:49:06.421" v="875" actId="478"/>
          <ac:spMkLst>
            <pc:docMk/>
            <pc:sldMk cId="1376579219" sldId="292"/>
            <ac:spMk id="6" creationId="{46BE8616-C146-7161-1F77-E6137727F059}"/>
          </ac:spMkLst>
        </pc:spChg>
        <pc:spChg chg="del">
          <ac:chgData name="Riley Whebell" userId="77edcaf0-76e9-4161-b289-8f8b4a0c02f2" providerId="ADAL" clId="{0B5B397A-BB08-46D0-92FF-52F8D57ADCC3}" dt="2024-09-12T06:37:11.301" v="825" actId="478"/>
          <ac:spMkLst>
            <pc:docMk/>
            <pc:sldMk cId="1376579219" sldId="292"/>
            <ac:spMk id="7" creationId="{4190E7A3-C978-7587-2339-670881B08E57}"/>
          </ac:spMkLst>
        </pc:spChg>
        <pc:spChg chg="add mod">
          <ac:chgData name="Riley Whebell" userId="77edcaf0-76e9-4161-b289-8f8b4a0c02f2" providerId="ADAL" clId="{0B5B397A-BB08-46D0-92FF-52F8D57ADCC3}" dt="2024-09-12T06:49:06.805" v="876"/>
          <ac:spMkLst>
            <pc:docMk/>
            <pc:sldMk cId="1376579219" sldId="292"/>
            <ac:spMk id="9" creationId="{D04E6696-DCF2-2CB3-D32A-D42F20901DB9}"/>
          </ac:spMkLst>
        </pc:spChg>
        <pc:picChg chg="add del mod">
          <ac:chgData name="Riley Whebell" userId="77edcaf0-76e9-4161-b289-8f8b4a0c02f2" providerId="ADAL" clId="{0B5B397A-BB08-46D0-92FF-52F8D57ADCC3}" dt="2024-09-12T06:37:11.301" v="825" actId="478"/>
          <ac:picMkLst>
            <pc:docMk/>
            <pc:sldMk cId="1376579219" sldId="292"/>
            <ac:picMk id="5" creationId="{C03E1CDC-AE43-B9F1-2642-B64044FDDF4D}"/>
          </ac:picMkLst>
        </pc:picChg>
        <pc:picChg chg="add del mod">
          <ac:chgData name="Riley Whebell" userId="77edcaf0-76e9-4161-b289-8f8b4a0c02f2" providerId="ADAL" clId="{0B5B397A-BB08-46D0-92FF-52F8D57ADCC3}" dt="2024-09-12T06:49:06.421" v="875" actId="478"/>
          <ac:picMkLst>
            <pc:docMk/>
            <pc:sldMk cId="1376579219" sldId="292"/>
            <ac:picMk id="8" creationId="{DB80B916-BE31-18C7-8AE1-21D4E9FE3D3E}"/>
          </ac:picMkLst>
        </pc:picChg>
        <pc:picChg chg="add mod">
          <ac:chgData name="Riley Whebell" userId="77edcaf0-76e9-4161-b289-8f8b4a0c02f2" providerId="ADAL" clId="{0B5B397A-BB08-46D0-92FF-52F8D57ADCC3}" dt="2024-09-12T06:49:06.805" v="876"/>
          <ac:picMkLst>
            <pc:docMk/>
            <pc:sldMk cId="1376579219" sldId="292"/>
            <ac:picMk id="10" creationId="{AD25153B-482C-0181-9C2A-46BF4F4ECB5B}"/>
          </ac:picMkLst>
        </pc:picChg>
        <pc:picChg chg="del">
          <ac:chgData name="Riley Whebell" userId="77edcaf0-76e9-4161-b289-8f8b4a0c02f2" providerId="ADAL" clId="{0B5B397A-BB08-46D0-92FF-52F8D57ADCC3}" dt="2024-09-12T06:36:46.653" v="817" actId="478"/>
          <ac:picMkLst>
            <pc:docMk/>
            <pc:sldMk cId="1376579219" sldId="292"/>
            <ac:picMk id="11" creationId="{8ECB0E8B-E965-6801-9CA2-20B43D1A280C}"/>
          </ac:picMkLst>
        </pc:picChg>
      </pc:sldChg>
      <pc:sldChg chg="addSp delSp modSp add mod">
        <pc:chgData name="Riley Whebell" userId="77edcaf0-76e9-4161-b289-8f8b4a0c02f2" providerId="ADAL" clId="{0B5B397A-BB08-46D0-92FF-52F8D57ADCC3}" dt="2024-09-12T07:01:39.434" v="1145" actId="20577"/>
        <pc:sldMkLst>
          <pc:docMk/>
          <pc:sldMk cId="1666845301" sldId="293"/>
        </pc:sldMkLst>
        <pc:spChg chg="mod">
          <ac:chgData name="Riley Whebell" userId="77edcaf0-76e9-4161-b289-8f8b4a0c02f2" providerId="ADAL" clId="{0B5B397A-BB08-46D0-92FF-52F8D57ADCC3}" dt="2024-09-12T07:01:39.434" v="1145" actId="20577"/>
          <ac:spMkLst>
            <pc:docMk/>
            <pc:sldMk cId="1666845301" sldId="293"/>
            <ac:spMk id="2" creationId="{85FEE618-5708-E53E-824C-8FADD3BEFE40}"/>
          </ac:spMkLst>
        </pc:spChg>
        <pc:spChg chg="mod">
          <ac:chgData name="Riley Whebell" userId="77edcaf0-76e9-4161-b289-8f8b4a0c02f2" providerId="ADAL" clId="{0B5B397A-BB08-46D0-92FF-52F8D57ADCC3}" dt="2024-09-12T06:49:40.965" v="894" actId="404"/>
          <ac:spMkLst>
            <pc:docMk/>
            <pc:sldMk cId="1666845301" sldId="293"/>
            <ac:spMk id="4" creationId="{9A5FA1BF-9CA9-4A56-829C-D41B5F2B9609}"/>
          </ac:spMkLst>
        </pc:spChg>
        <pc:spChg chg="add mod">
          <ac:chgData name="Riley Whebell" userId="77edcaf0-76e9-4161-b289-8f8b4a0c02f2" providerId="ADAL" clId="{0B5B397A-BB08-46D0-92FF-52F8D57ADCC3}" dt="2024-09-12T06:49:10.380" v="878"/>
          <ac:spMkLst>
            <pc:docMk/>
            <pc:sldMk cId="1666845301" sldId="293"/>
            <ac:spMk id="6" creationId="{EBB71024-D2C4-29FF-D50E-9D96C000F097}"/>
          </ac:spMkLst>
        </pc:spChg>
        <pc:spChg chg="del">
          <ac:chgData name="Riley Whebell" userId="77edcaf0-76e9-4161-b289-8f8b4a0c02f2" providerId="ADAL" clId="{0B5B397A-BB08-46D0-92FF-52F8D57ADCC3}" dt="2024-09-12T06:49:10.086" v="877" actId="478"/>
          <ac:spMkLst>
            <pc:docMk/>
            <pc:sldMk cId="1666845301" sldId="293"/>
            <ac:spMk id="7" creationId="{4190E7A3-C978-7587-2339-670881B08E57}"/>
          </ac:spMkLst>
        </pc:spChg>
        <pc:picChg chg="add del mod">
          <ac:chgData name="Riley Whebell" userId="77edcaf0-76e9-4161-b289-8f8b4a0c02f2" providerId="ADAL" clId="{0B5B397A-BB08-46D0-92FF-52F8D57ADCC3}" dt="2024-09-12T06:49:10.086" v="877" actId="478"/>
          <ac:picMkLst>
            <pc:docMk/>
            <pc:sldMk cId="1666845301" sldId="293"/>
            <ac:picMk id="5" creationId="{0844D158-F1E4-2C38-39EC-2955D8EF7734}"/>
          </ac:picMkLst>
        </pc:picChg>
        <pc:picChg chg="add mod">
          <ac:chgData name="Riley Whebell" userId="77edcaf0-76e9-4161-b289-8f8b4a0c02f2" providerId="ADAL" clId="{0B5B397A-BB08-46D0-92FF-52F8D57ADCC3}" dt="2024-09-12T06:49:10.380" v="878"/>
          <ac:picMkLst>
            <pc:docMk/>
            <pc:sldMk cId="1666845301" sldId="293"/>
            <ac:picMk id="8" creationId="{09CF1081-3111-C707-4C74-97D31FA4AD3E}"/>
          </ac:picMkLst>
        </pc:picChg>
        <pc:picChg chg="del">
          <ac:chgData name="Riley Whebell" userId="77edcaf0-76e9-4161-b289-8f8b4a0c02f2" providerId="ADAL" clId="{0B5B397A-BB08-46D0-92FF-52F8D57ADCC3}" dt="2024-09-12T06:37:01.754" v="822" actId="478"/>
          <ac:picMkLst>
            <pc:docMk/>
            <pc:sldMk cId="1666845301" sldId="293"/>
            <ac:picMk id="11" creationId="{8ECB0E8B-E965-6801-9CA2-20B43D1A280C}"/>
          </ac:picMkLst>
        </pc:picChg>
      </pc:sldChg>
    </pc:docChg>
  </pc:docChgLst>
  <pc:docChgLst>
    <pc:chgData name="Jesse Sharp" userId="4368e1a6-2bdf-4552-964d-574d8c8876e1" providerId="ADAL" clId="{3112DA02-D3E3-4483-BA53-8DB2978B827E}"/>
    <pc:docChg chg="modSld">
      <pc:chgData name="Jesse Sharp" userId="4368e1a6-2bdf-4552-964d-574d8c8876e1" providerId="ADAL" clId="{3112DA02-D3E3-4483-BA53-8DB2978B827E}" dt="2023-07-13T23:40:11.427" v="50" actId="20577"/>
      <pc:docMkLst>
        <pc:docMk/>
      </pc:docMkLst>
      <pc:sldChg chg="modSp mod">
        <pc:chgData name="Jesse Sharp" userId="4368e1a6-2bdf-4552-964d-574d8c8876e1" providerId="ADAL" clId="{3112DA02-D3E3-4483-BA53-8DB2978B827E}" dt="2023-07-13T23:40:11.427" v="50" actId="20577"/>
        <pc:sldMkLst>
          <pc:docMk/>
          <pc:sldMk cId="498422975" sldId="290"/>
        </pc:sldMkLst>
        <pc:spChg chg="mod">
          <ac:chgData name="Jesse Sharp" userId="4368e1a6-2bdf-4552-964d-574d8c8876e1" providerId="ADAL" clId="{3112DA02-D3E3-4483-BA53-8DB2978B827E}" dt="2023-07-13T23:40:11.427" v="50" actId="20577"/>
          <ac:spMkLst>
            <pc:docMk/>
            <pc:sldMk cId="498422975" sldId="290"/>
            <ac:spMk id="6" creationId="{C79F1CC9-CD81-4622-8F0F-6FDBDEA92DE0}"/>
          </ac:spMkLst>
        </pc:spChg>
      </pc:sldChg>
    </pc:docChg>
  </pc:docChgLst>
  <pc:docChgLst>
    <pc:chgData name="Jesse Sharp" userId="4368e1a6-2bdf-4552-964d-574d8c8876e1" providerId="ADAL" clId="{D6293FCE-2396-43A5-9AF8-D66B48C11B45}"/>
    <pc:docChg chg="custSel delSld modMainMaster">
      <pc:chgData name="Jesse Sharp" userId="4368e1a6-2bdf-4552-964d-574d8c8876e1" providerId="ADAL" clId="{D6293FCE-2396-43A5-9AF8-D66B48C11B45}" dt="2023-06-23T00:40:26.982" v="187" actId="20577"/>
      <pc:docMkLst>
        <pc:docMk/>
      </pc:docMkLst>
      <pc:sldChg chg="del">
        <pc:chgData name="Jesse Sharp" userId="4368e1a6-2bdf-4552-964d-574d8c8876e1" providerId="ADAL" clId="{D6293FCE-2396-43A5-9AF8-D66B48C11B45}" dt="2023-06-23T00:36:25.560" v="1" actId="47"/>
        <pc:sldMkLst>
          <pc:docMk/>
          <pc:sldMk cId="3900383165" sldId="261"/>
        </pc:sldMkLst>
      </pc:sldChg>
      <pc:sldChg chg="del">
        <pc:chgData name="Jesse Sharp" userId="4368e1a6-2bdf-4552-964d-574d8c8876e1" providerId="ADAL" clId="{D6293FCE-2396-43A5-9AF8-D66B48C11B45}" dt="2023-06-23T00:36:26.463" v="2" actId="47"/>
        <pc:sldMkLst>
          <pc:docMk/>
          <pc:sldMk cId="2457519024" sldId="262"/>
        </pc:sldMkLst>
      </pc:sldChg>
      <pc:sldChg chg="del">
        <pc:chgData name="Jesse Sharp" userId="4368e1a6-2bdf-4552-964d-574d8c8876e1" providerId="ADAL" clId="{D6293FCE-2396-43A5-9AF8-D66B48C11B45}" dt="2023-06-23T00:36:28.064" v="3" actId="47"/>
        <pc:sldMkLst>
          <pc:docMk/>
          <pc:sldMk cId="3873784629" sldId="263"/>
        </pc:sldMkLst>
      </pc:sldChg>
      <pc:sldChg chg="del">
        <pc:chgData name="Jesse Sharp" userId="4368e1a6-2bdf-4552-964d-574d8c8876e1" providerId="ADAL" clId="{D6293FCE-2396-43A5-9AF8-D66B48C11B45}" dt="2023-06-23T00:36:29.727" v="5" actId="47"/>
        <pc:sldMkLst>
          <pc:docMk/>
          <pc:sldMk cId="4259112089" sldId="266"/>
        </pc:sldMkLst>
      </pc:sldChg>
      <pc:sldChg chg="del">
        <pc:chgData name="Jesse Sharp" userId="4368e1a6-2bdf-4552-964d-574d8c8876e1" providerId="ADAL" clId="{D6293FCE-2396-43A5-9AF8-D66B48C11B45}" dt="2023-06-23T00:36:43.041" v="6" actId="47"/>
        <pc:sldMkLst>
          <pc:docMk/>
          <pc:sldMk cId="4144779406" sldId="270"/>
        </pc:sldMkLst>
      </pc:sldChg>
      <pc:sldChg chg="del">
        <pc:chgData name="Jesse Sharp" userId="4368e1a6-2bdf-4552-964d-574d8c8876e1" providerId="ADAL" clId="{D6293FCE-2396-43A5-9AF8-D66B48C11B45}" dt="2023-06-23T00:36:44.017" v="7" actId="47"/>
        <pc:sldMkLst>
          <pc:docMk/>
          <pc:sldMk cId="2358676740" sldId="271"/>
        </pc:sldMkLst>
      </pc:sldChg>
      <pc:sldChg chg="del">
        <pc:chgData name="Jesse Sharp" userId="4368e1a6-2bdf-4552-964d-574d8c8876e1" providerId="ADAL" clId="{D6293FCE-2396-43A5-9AF8-D66B48C11B45}" dt="2023-06-23T00:36:59.753" v="11" actId="47"/>
        <pc:sldMkLst>
          <pc:docMk/>
          <pc:sldMk cId="3710931420" sldId="272"/>
        </pc:sldMkLst>
      </pc:sldChg>
      <pc:sldChg chg="del">
        <pc:chgData name="Jesse Sharp" userId="4368e1a6-2bdf-4552-964d-574d8c8876e1" providerId="ADAL" clId="{D6293FCE-2396-43A5-9AF8-D66B48C11B45}" dt="2023-06-23T00:36:28.848" v="4" actId="47"/>
        <pc:sldMkLst>
          <pc:docMk/>
          <pc:sldMk cId="3385018330" sldId="273"/>
        </pc:sldMkLst>
      </pc:sldChg>
      <pc:sldChg chg="del">
        <pc:chgData name="Jesse Sharp" userId="4368e1a6-2bdf-4552-964d-574d8c8876e1" providerId="ADAL" clId="{D6293FCE-2396-43A5-9AF8-D66B48C11B45}" dt="2023-06-23T00:36:24.694" v="0" actId="47"/>
        <pc:sldMkLst>
          <pc:docMk/>
          <pc:sldMk cId="1104084031" sldId="274"/>
        </pc:sldMkLst>
      </pc:sldChg>
      <pc:sldChg chg="del">
        <pc:chgData name="Jesse Sharp" userId="4368e1a6-2bdf-4552-964d-574d8c8876e1" providerId="ADAL" clId="{D6293FCE-2396-43A5-9AF8-D66B48C11B45}" dt="2023-06-23T00:36:51.163" v="8" actId="47"/>
        <pc:sldMkLst>
          <pc:docMk/>
          <pc:sldMk cId="877292247" sldId="276"/>
        </pc:sldMkLst>
      </pc:sldChg>
      <pc:sldChg chg="del">
        <pc:chgData name="Jesse Sharp" userId="4368e1a6-2bdf-4552-964d-574d8c8876e1" providerId="ADAL" clId="{D6293FCE-2396-43A5-9AF8-D66B48C11B45}" dt="2023-06-23T00:36:52.271" v="9" actId="47"/>
        <pc:sldMkLst>
          <pc:docMk/>
          <pc:sldMk cId="3884060325" sldId="277"/>
        </pc:sldMkLst>
      </pc:sldChg>
      <pc:sldChg chg="del">
        <pc:chgData name="Jesse Sharp" userId="4368e1a6-2bdf-4552-964d-574d8c8876e1" providerId="ADAL" clId="{D6293FCE-2396-43A5-9AF8-D66B48C11B45}" dt="2023-06-23T00:36:56.281" v="10" actId="47"/>
        <pc:sldMkLst>
          <pc:docMk/>
          <pc:sldMk cId="3156355039" sldId="278"/>
        </pc:sldMkLst>
      </pc:sldChg>
      <pc:sldMasterChg chg="modSp mod modSldLayout">
        <pc:chgData name="Jesse Sharp" userId="4368e1a6-2bdf-4552-964d-574d8c8876e1" providerId="ADAL" clId="{D6293FCE-2396-43A5-9AF8-D66B48C11B45}" dt="2023-06-23T00:40:26.982" v="187" actId="20577"/>
        <pc:sldMasterMkLst>
          <pc:docMk/>
          <pc:sldMasterMk cId="323273975" sldId="2147483648"/>
        </pc:sldMasterMkLst>
        <pc:spChg chg="mod">
          <ac:chgData name="Jesse Sharp" userId="4368e1a6-2bdf-4552-964d-574d8c8876e1" providerId="ADAL" clId="{D6293FCE-2396-43A5-9AF8-D66B48C11B45}" dt="2023-06-23T00:37:36.929" v="96" actId="20577"/>
          <ac:spMkLst>
            <pc:docMk/>
            <pc:sldMasterMk cId="323273975" sldId="2147483648"/>
            <ac:spMk id="5" creationId="{1475DFC8-C02E-4F5E-BE32-FE282B7EF40D}"/>
          </ac:spMkLst>
        </pc:spChg>
        <pc:sldLayoutChg chg="modSp mod">
          <pc:chgData name="Jesse Sharp" userId="4368e1a6-2bdf-4552-964d-574d8c8876e1" providerId="ADAL" clId="{D6293FCE-2396-43A5-9AF8-D66B48C11B45}" dt="2023-06-23T00:40:26.982" v="187" actId="20577"/>
          <pc:sldLayoutMkLst>
            <pc:docMk/>
            <pc:sldMasterMk cId="323273975" sldId="2147483648"/>
            <pc:sldLayoutMk cId="3316132324" sldId="2147483660"/>
          </pc:sldLayoutMkLst>
          <pc:spChg chg="mod">
            <ac:chgData name="Jesse Sharp" userId="4368e1a6-2bdf-4552-964d-574d8c8876e1" providerId="ADAL" clId="{D6293FCE-2396-43A5-9AF8-D66B48C11B45}" dt="2023-06-23T00:40:26.982" v="187" actId="20577"/>
            <ac:spMkLst>
              <pc:docMk/>
              <pc:sldMasterMk cId="323273975" sldId="2147483648"/>
              <pc:sldLayoutMk cId="3316132324" sldId="2147483660"/>
              <ac:spMk id="19" creationId="{7EDA747F-1CB7-F54E-B0A8-CA3CBC597EA1}"/>
            </ac:spMkLst>
          </pc:spChg>
          <pc:spChg chg="mod">
            <ac:chgData name="Jesse Sharp" userId="4368e1a6-2bdf-4552-964d-574d8c8876e1" providerId="ADAL" clId="{D6293FCE-2396-43A5-9AF8-D66B48C11B45}" dt="2023-06-23T00:40:08.301" v="153" actId="20577"/>
            <ac:spMkLst>
              <pc:docMk/>
              <pc:sldMasterMk cId="323273975" sldId="2147483648"/>
              <pc:sldLayoutMk cId="3316132324" sldId="2147483660"/>
              <ac:spMk id="20" creationId="{935F116C-88D5-0D49-809F-8FE443A5E7CD}"/>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3E049B-39F8-44D4-9B8F-42AD3D16F7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3BBCFE28-325F-4C3C-8F0D-A0AE517A978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71F9AD-7D37-4888-8B9B-781FD21B16BF}" type="datetimeFigureOut">
              <a:rPr lang="en-AU" smtClean="0"/>
              <a:t>12/09/2024</a:t>
            </a:fld>
            <a:endParaRPr lang="en-AU"/>
          </a:p>
        </p:txBody>
      </p:sp>
      <p:sp>
        <p:nvSpPr>
          <p:cNvPr id="4" name="Footer Placeholder 3">
            <a:extLst>
              <a:ext uri="{FF2B5EF4-FFF2-40B4-BE49-F238E27FC236}">
                <a16:creationId xmlns:a16="http://schemas.microsoft.com/office/drawing/2014/main" id="{4C8CE3B7-0672-4B57-9D30-D10D7E5C511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CCBF396D-B88A-41A2-AA38-FD006DE099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AFDE8F-C651-4379-A3B3-52F461E28252}" type="slidenum">
              <a:rPr lang="en-AU" smtClean="0"/>
              <a:t>‹#›</a:t>
            </a:fld>
            <a:endParaRPr lang="en-AU"/>
          </a:p>
        </p:txBody>
      </p:sp>
    </p:spTree>
    <p:extLst>
      <p:ext uri="{BB962C8B-B14F-4D97-AF65-F5344CB8AC3E}">
        <p14:creationId xmlns:p14="http://schemas.microsoft.com/office/powerpoint/2010/main" val="1343053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59A025-9A62-48B8-80D3-02C5887C5AA6}" type="datetimeFigureOut">
              <a:rPr lang="en-AU" smtClean="0"/>
              <a:t>12/09/2024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AED44F-8DE0-4245-B02B-CC95FDAC3EA9}" type="slidenum">
              <a:rPr lang="en-AU" smtClean="0"/>
              <a:t>‹#›</a:t>
            </a:fld>
            <a:endParaRPr lang="en-AU"/>
          </a:p>
        </p:txBody>
      </p:sp>
    </p:spTree>
    <p:extLst>
      <p:ext uri="{BB962C8B-B14F-4D97-AF65-F5344CB8AC3E}">
        <p14:creationId xmlns:p14="http://schemas.microsoft.com/office/powerpoint/2010/main" val="1055935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A">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E63BC3E-8BC0-9941-844D-C5B29BBD726A}"/>
              </a:ext>
              <a:ext uri="{C183D7F6-B498-43B3-948B-1728B52AA6E4}">
                <adec:decorative xmlns:adec="http://schemas.microsoft.com/office/drawing/2017/decorative" val="1"/>
              </a:ext>
            </a:extLst>
          </p:cNvPr>
          <p:cNvSpPr/>
          <p:nvPr userDrawn="1"/>
        </p:nvSpPr>
        <p:spPr>
          <a:xfrm>
            <a:off x="0" y="0"/>
            <a:ext cx="12224569" cy="6858000"/>
          </a:xfrm>
          <a:prstGeom prst="rect">
            <a:avLst/>
          </a:prstGeom>
          <a:gradFill flip="none" rotWithShape="1">
            <a:gsLst>
              <a:gs pos="0">
                <a:srgbClr val="0C488E"/>
              </a:gs>
              <a:gs pos="83000">
                <a:srgbClr val="00061A"/>
              </a:gs>
              <a:gs pos="0">
                <a:srgbClr val="0F4372"/>
              </a:gs>
              <a:gs pos="34000">
                <a:srgbClr val="0F4372"/>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Text Placeholder 7">
            <a:extLst>
              <a:ext uri="{FF2B5EF4-FFF2-40B4-BE49-F238E27FC236}">
                <a16:creationId xmlns:a16="http://schemas.microsoft.com/office/drawing/2014/main" id="{7EDA747F-1CB7-F54E-B0A8-CA3CBC597EA1}"/>
              </a:ext>
              <a:ext uri="{C183D7F6-B498-43B3-948B-1728B52AA6E4}">
                <adec:decorative xmlns:adec="http://schemas.microsoft.com/office/drawing/2017/decorative" val="1"/>
              </a:ext>
            </a:extLst>
          </p:cNvPr>
          <p:cNvSpPr>
            <a:spLocks noGrp="1"/>
          </p:cNvSpPr>
          <p:nvPr>
            <p:ph type="body" sz="quarter" idx="10" hasCustomPrompt="1"/>
          </p:nvPr>
        </p:nvSpPr>
        <p:spPr>
          <a:xfrm>
            <a:off x="3929063" y="4833526"/>
            <a:ext cx="7380287" cy="933450"/>
          </a:xfrm>
        </p:spPr>
        <p:txBody>
          <a:bodyPr/>
          <a:lstStyle>
            <a:lvl1pPr algn="r">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School of Mathematical Sciences</a:t>
            </a:r>
          </a:p>
        </p:txBody>
      </p:sp>
      <p:sp>
        <p:nvSpPr>
          <p:cNvPr id="20" name="Subtitle 2">
            <a:extLst>
              <a:ext uri="{FF2B5EF4-FFF2-40B4-BE49-F238E27FC236}">
                <a16:creationId xmlns:a16="http://schemas.microsoft.com/office/drawing/2014/main" id="{935F116C-88D5-0D49-809F-8FE443A5E7CD}"/>
              </a:ext>
              <a:ext uri="{C183D7F6-B498-43B3-948B-1728B52AA6E4}">
                <adec:decorative xmlns:adec="http://schemas.microsoft.com/office/drawing/2017/decorative" val="1"/>
              </a:ext>
            </a:extLst>
          </p:cNvPr>
          <p:cNvSpPr>
            <a:spLocks noGrp="1"/>
          </p:cNvSpPr>
          <p:nvPr>
            <p:ph type="subTitle" idx="1" hasCustomPrompt="1"/>
          </p:nvPr>
        </p:nvSpPr>
        <p:spPr>
          <a:xfrm>
            <a:off x="3929063" y="4468172"/>
            <a:ext cx="7380370" cy="392650"/>
          </a:xfrm>
        </p:spPr>
        <p:txBody>
          <a:bodyPr>
            <a:normAutofit/>
          </a:bodyPr>
          <a:lstStyle>
            <a:lvl1pPr marL="0" indent="0" algn="r">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MXB362 – Advanced </a:t>
            </a:r>
            <a:r>
              <a:rPr lang="en-US" dirty="0" err="1"/>
              <a:t>Visualisation</a:t>
            </a:r>
            <a:r>
              <a:rPr lang="en-US" dirty="0"/>
              <a:t> and Data Science</a:t>
            </a:r>
            <a:endParaRPr lang="en-AU" dirty="0"/>
          </a:p>
        </p:txBody>
      </p:sp>
      <p:sp>
        <p:nvSpPr>
          <p:cNvPr id="21" name="Title 1">
            <a:extLst>
              <a:ext uri="{FF2B5EF4-FFF2-40B4-BE49-F238E27FC236}">
                <a16:creationId xmlns:a16="http://schemas.microsoft.com/office/drawing/2014/main" id="{CF636E63-7117-5041-893C-E7302B4C58AC}"/>
              </a:ext>
              <a:ext uri="{C183D7F6-B498-43B3-948B-1728B52AA6E4}">
                <adec:decorative xmlns:adec="http://schemas.microsoft.com/office/drawing/2017/decorative" val="1"/>
              </a:ext>
            </a:extLst>
          </p:cNvPr>
          <p:cNvSpPr>
            <a:spLocks noGrp="1"/>
          </p:cNvSpPr>
          <p:nvPr>
            <p:ph type="ctrTitle" hasCustomPrompt="1"/>
          </p:nvPr>
        </p:nvSpPr>
        <p:spPr>
          <a:xfrm>
            <a:off x="3929063" y="2481443"/>
            <a:ext cx="7380370" cy="1904842"/>
          </a:xfrm>
        </p:spPr>
        <p:txBody>
          <a:bodyPr anchor="ctr">
            <a:normAutofit/>
          </a:bodyPr>
          <a:lstStyle>
            <a:lvl1pPr algn="r">
              <a:defRPr sz="5400" b="1">
                <a:solidFill>
                  <a:schemeClr val="bg1"/>
                </a:solidFill>
              </a:defRPr>
            </a:lvl1pPr>
          </a:lstStyle>
          <a:p>
            <a:r>
              <a:rPr lang="en-US" dirty="0"/>
              <a:t>Click to edit: Presentation Title</a:t>
            </a:r>
            <a:endParaRPr lang="en-AU" dirty="0"/>
          </a:p>
        </p:txBody>
      </p:sp>
      <p:pic>
        <p:nvPicPr>
          <p:cNvPr id="22" name="Picture 21" descr="Logo - Queensland University of Technology">
            <a:extLst>
              <a:ext uri="{FF2B5EF4-FFF2-40B4-BE49-F238E27FC236}">
                <a16:creationId xmlns:a16="http://schemas.microsoft.com/office/drawing/2014/main" id="{DA91A798-491D-074B-8E2D-C132539F5E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2943" y="503285"/>
            <a:ext cx="1655763" cy="1655763"/>
          </a:xfrm>
          <a:prstGeom prst="rect">
            <a:avLst/>
          </a:prstGeom>
        </p:spPr>
      </p:pic>
    </p:spTree>
    <p:extLst>
      <p:ext uri="{BB962C8B-B14F-4D97-AF65-F5344CB8AC3E}">
        <p14:creationId xmlns:p14="http://schemas.microsoft.com/office/powerpoint/2010/main" val="3316132324"/>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B">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2DCAA9-E406-47F1-A9BE-27E854E6BB57}"/>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a:ext>
            </a:extLst>
          </a:blip>
          <a:srcRect/>
          <a:stretch/>
        </p:blipFill>
        <p:spPr>
          <a:xfrm flipV="1">
            <a:off x="0" y="234"/>
            <a:ext cx="12192000" cy="6857531"/>
          </a:xfrm>
          <a:prstGeom prst="rect">
            <a:avLst/>
          </a:prstGeom>
        </p:spPr>
      </p:pic>
      <p:sp>
        <p:nvSpPr>
          <p:cNvPr id="8" name="Text Placeholder 7">
            <a:extLst>
              <a:ext uri="{FF2B5EF4-FFF2-40B4-BE49-F238E27FC236}">
                <a16:creationId xmlns:a16="http://schemas.microsoft.com/office/drawing/2014/main" id="{74D90552-88DD-4DA4-992A-7250A7A902D8}"/>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14" name="Subtitle 2">
            <a:extLst>
              <a:ext uri="{FF2B5EF4-FFF2-40B4-BE49-F238E27FC236}">
                <a16:creationId xmlns:a16="http://schemas.microsoft.com/office/drawing/2014/main" id="{38852B28-BE93-4587-9CED-815C7F6AB19E}"/>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13" name="Title 1">
            <a:extLst>
              <a:ext uri="{FF2B5EF4-FFF2-40B4-BE49-F238E27FC236}">
                <a16:creationId xmlns:a16="http://schemas.microsoft.com/office/drawing/2014/main" id="{27AC9D05-6B8D-4C45-A52A-EF3F6CE3D462}"/>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1716771798"/>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C">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012886-D20F-4F2C-87BD-AA30C135A362}"/>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a:ext>
            </a:extLst>
          </a:blip>
          <a:srcRect/>
          <a:stretch/>
        </p:blipFill>
        <p:spPr>
          <a:xfrm>
            <a:off x="0" y="0"/>
            <a:ext cx="12192000" cy="6858001"/>
          </a:xfrm>
          <a:prstGeom prst="rect">
            <a:avLst/>
          </a:prstGeom>
        </p:spPr>
      </p:pic>
      <p:sp>
        <p:nvSpPr>
          <p:cNvPr id="10" name="Text Placeholder 7">
            <a:extLst>
              <a:ext uri="{FF2B5EF4-FFF2-40B4-BE49-F238E27FC236}">
                <a16:creationId xmlns:a16="http://schemas.microsoft.com/office/drawing/2014/main" id="{7F05BDEE-5B2B-40DE-9598-EC6DAA4C8079}"/>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76E70064-B817-42D9-83A5-81B9B37631A9}"/>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D427DC83-3791-4348-8D31-9DC78A111BB3}"/>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1289568812"/>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77EB0A-FD63-4491-8E9A-A41B15A13E4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a:ext>
            </a:extLst>
          </a:blip>
          <a:srcRect l="7635" t="10269" r="2641" b="6"/>
          <a:stretch/>
        </p:blipFill>
        <p:spPr>
          <a:xfrm>
            <a:off x="-1" y="1"/>
            <a:ext cx="12192001" cy="6858000"/>
          </a:xfrm>
          <a:prstGeom prst="rect">
            <a:avLst/>
          </a:prstGeom>
        </p:spPr>
      </p:pic>
      <p:sp>
        <p:nvSpPr>
          <p:cNvPr id="10" name="Text Placeholder 7">
            <a:extLst>
              <a:ext uri="{FF2B5EF4-FFF2-40B4-BE49-F238E27FC236}">
                <a16:creationId xmlns:a16="http://schemas.microsoft.com/office/drawing/2014/main" id="{141F6C71-6539-411D-B9F4-970D4FA64873}"/>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4F34A4F6-0043-4B71-B53D-168738877617}"/>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61B0F8D3-1A5D-4A55-95F5-BD6A49BF3899}"/>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766469" y="503285"/>
            <a:ext cx="1655763" cy="1655763"/>
          </a:xfrm>
          <a:prstGeom prst="rect">
            <a:avLst/>
          </a:prstGeom>
        </p:spPr>
      </p:pic>
    </p:spTree>
    <p:extLst>
      <p:ext uri="{BB962C8B-B14F-4D97-AF65-F5344CB8AC3E}">
        <p14:creationId xmlns:p14="http://schemas.microsoft.com/office/powerpoint/2010/main" val="654701056"/>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D3648EB6-3C0F-47AC-998B-1F86FA64CEED}"/>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66469" y="503285"/>
            <a:ext cx="1655763" cy="1655763"/>
          </a:xfrm>
          <a:prstGeom prst="rect">
            <a:avLst/>
          </a:prstGeom>
        </p:spPr>
      </p:pic>
    </p:spTree>
    <p:extLst>
      <p:ext uri="{BB962C8B-B14F-4D97-AF65-F5344CB8AC3E}">
        <p14:creationId xmlns:p14="http://schemas.microsoft.com/office/powerpoint/2010/main" val="854959397"/>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F">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864" y="4843624"/>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department, faculty or division name here</a:t>
            </a:r>
            <a:endParaRPr lang="en-US" dirty="0"/>
          </a:p>
        </p:txBody>
      </p:sp>
      <p:sp>
        <p:nvSpPr>
          <p:cNvPr id="9" name="Subtitle 2">
            <a:extLst>
              <a:ext uri="{FF2B5EF4-FFF2-40B4-BE49-F238E27FC236}">
                <a16:creationId xmlns:a16="http://schemas.microsoft.com/office/drawing/2014/main" id="{D3648EB6-3C0F-47AC-998B-1F86FA64CEED}"/>
              </a:ext>
              <a:ext uri="{C183D7F6-B498-43B3-948B-1728B52AA6E4}">
                <adec:decorative xmlns:adec="http://schemas.microsoft.com/office/drawing/2017/decorative" val="1"/>
              </a:ext>
            </a:extLst>
          </p:cNvPr>
          <p:cNvSpPr>
            <a:spLocks noGrp="1"/>
          </p:cNvSpPr>
          <p:nvPr>
            <p:ph type="subTitle" idx="1" hasCustomPrompt="1"/>
          </p:nvPr>
        </p:nvSpPr>
        <p:spPr>
          <a:xfrm>
            <a:off x="790864" y="4478270"/>
            <a:ext cx="7380370" cy="392650"/>
          </a:xfrm>
        </p:spPr>
        <p:txBody>
          <a:bodyPr>
            <a:normAutofit/>
          </a:bodyPr>
          <a:lstStyle>
            <a:lvl1pPr marL="0" indent="0" algn="l">
              <a:buNone/>
              <a:defRPr sz="2000" b="1">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Add your team or unit name here</a:t>
            </a:r>
            <a:endParaRPr lang="en-AU"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Presentation Title</a:t>
            </a:r>
            <a:endParaRPr lang="en-AU" dirty="0"/>
          </a:p>
        </p:txBody>
      </p:sp>
      <p:pic>
        <p:nvPicPr>
          <p:cNvPr id="12" name="Picture 11" descr="Logo - Queensland University of Technology">
            <a:extLst>
              <a:ext uri="{FF2B5EF4-FFF2-40B4-BE49-F238E27FC236}">
                <a16:creationId xmlns:a16="http://schemas.microsoft.com/office/drawing/2014/main" id="{C35C2B97-D26F-4371-845A-ED049B3F1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766469" y="503285"/>
            <a:ext cx="1655763" cy="1655763"/>
          </a:xfrm>
          <a:prstGeom prst="rect">
            <a:avLst/>
          </a:prstGeom>
        </p:spPr>
      </p:pic>
    </p:spTree>
    <p:extLst>
      <p:ext uri="{BB962C8B-B14F-4D97-AF65-F5344CB8AC3E}">
        <p14:creationId xmlns:p14="http://schemas.microsoft.com/office/powerpoint/2010/main" val="1418349408"/>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cknowledgement of Traditional Owner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69B65F8-F29C-4687-97B1-132017B0CADF}"/>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087980"/>
          </a:xfrm>
          <a:prstGeom prst="rect">
            <a:avLst/>
          </a:prstGeom>
        </p:spPr>
      </p:pic>
      <p:sp>
        <p:nvSpPr>
          <p:cNvPr id="10" name="TextBox 9">
            <a:extLst>
              <a:ext uri="{FF2B5EF4-FFF2-40B4-BE49-F238E27FC236}">
                <a16:creationId xmlns:a16="http://schemas.microsoft.com/office/drawing/2014/main" id="{47C840F1-E6C3-4979-8FDB-27FC3DA3D710}"/>
              </a:ext>
              <a:ext uri="{C183D7F6-B498-43B3-948B-1728B52AA6E4}">
                <adec:decorative xmlns:adec="http://schemas.microsoft.com/office/drawing/2017/decorative" val="1"/>
              </a:ext>
            </a:extLst>
          </p:cNvPr>
          <p:cNvSpPr txBox="1"/>
          <p:nvPr userDrawn="1"/>
        </p:nvSpPr>
        <p:spPr>
          <a:xfrm>
            <a:off x="3179702" y="3103031"/>
            <a:ext cx="5964654" cy="2339102"/>
          </a:xfrm>
          <a:prstGeom prst="rect">
            <a:avLst/>
          </a:prstGeom>
          <a:noFill/>
        </p:spPr>
        <p:txBody>
          <a:bodyPr wrap="square">
            <a:spAutoFit/>
          </a:bodyPr>
          <a:lstStyle/>
          <a:p>
            <a:pPr marR="0" algn="l" rtl="0">
              <a:lnSpc>
                <a:spcPct val="100000"/>
              </a:lnSpc>
              <a:spcAft>
                <a:spcPts val="600"/>
              </a:spcAft>
            </a:pPr>
            <a:r>
              <a:rPr lang="en-AU" sz="2400" b="0" i="0" u="none" strike="noStrike" baseline="30000" dirty="0">
                <a:solidFill>
                  <a:schemeClr val="bg1"/>
                </a:solidFill>
                <a:latin typeface="+mn-lt"/>
              </a:rPr>
              <a:t>QUT acknowledges the Turrbal and Yugara, as the First Nations owners of the lands where QUT now stands. We pay respect to their Elders, lores, customs and creation spirits. We recognise that these lands have always been places of teaching, research and learning. ​</a:t>
            </a:r>
          </a:p>
          <a:p>
            <a:pPr marR="0" algn="l" rtl="0">
              <a:lnSpc>
                <a:spcPct val="100000"/>
              </a:lnSpc>
              <a:spcAft>
                <a:spcPts val="600"/>
              </a:spcAft>
            </a:pPr>
            <a:r>
              <a:rPr lang="en-AU" sz="2400" b="0" i="0" u="none" strike="noStrike" baseline="30000" dirty="0">
                <a:solidFill>
                  <a:schemeClr val="bg1"/>
                </a:solidFill>
                <a:latin typeface="+mn-lt"/>
              </a:rPr>
              <a:t>QUT acknowledges the important role Aboriginal and Torres Strait Islander people play within the QUT community.​</a:t>
            </a:r>
          </a:p>
          <a:p>
            <a:pPr marR="0" algn="l" rtl="0">
              <a:lnSpc>
                <a:spcPct val="100000"/>
              </a:lnSpc>
              <a:spcAft>
                <a:spcPts val="600"/>
              </a:spcAft>
            </a:pPr>
            <a:endParaRPr lang="en-AU" sz="2400" dirty="0">
              <a:solidFill>
                <a:schemeClr val="bg1"/>
              </a:solidFill>
              <a:latin typeface="+mn-lt"/>
            </a:endParaRPr>
          </a:p>
        </p:txBody>
      </p:sp>
      <p:sp>
        <p:nvSpPr>
          <p:cNvPr id="12" name="TextBox 11">
            <a:extLst>
              <a:ext uri="{FF2B5EF4-FFF2-40B4-BE49-F238E27FC236}">
                <a16:creationId xmlns:a16="http://schemas.microsoft.com/office/drawing/2014/main" id="{0D8FB860-6D57-4BAC-8ECF-0B93F59FD5F7}"/>
              </a:ext>
              <a:ext uri="{C183D7F6-B498-43B3-948B-1728B52AA6E4}">
                <adec:decorative xmlns:adec="http://schemas.microsoft.com/office/drawing/2017/decorative" val="1"/>
              </a:ext>
            </a:extLst>
          </p:cNvPr>
          <p:cNvSpPr txBox="1"/>
          <p:nvPr userDrawn="1"/>
        </p:nvSpPr>
        <p:spPr>
          <a:xfrm>
            <a:off x="3179702" y="2675312"/>
            <a:ext cx="6093994" cy="379591"/>
          </a:xfrm>
          <a:prstGeom prst="rect">
            <a:avLst/>
          </a:prstGeom>
          <a:noFill/>
        </p:spPr>
        <p:txBody>
          <a:bodyPr wrap="square">
            <a:spAutoFit/>
          </a:bodyPr>
          <a:lstStyle/>
          <a:p>
            <a:pPr marR="0" algn="l" rtl="0"/>
            <a:r>
              <a:rPr lang="en-AU" sz="2800" b="1" i="0" u="none" strike="noStrike" baseline="30000" noProof="0">
                <a:solidFill>
                  <a:schemeClr val="bg1"/>
                </a:solidFill>
                <a:latin typeface="Arial" panose="020B0604020202020204" pitchFamily="34" charset="0"/>
              </a:rPr>
              <a:t>ACKNOWLEDGEMENT OF TRADITIONAL OWNERS </a:t>
            </a:r>
          </a:p>
        </p:txBody>
      </p:sp>
    </p:spTree>
    <p:extLst>
      <p:ext uri="{BB962C8B-B14F-4D97-AF65-F5344CB8AC3E}">
        <p14:creationId xmlns:p14="http://schemas.microsoft.com/office/powerpoint/2010/main" val="1610645131"/>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_Standard Slid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 uri="{C183D7F6-B498-43B3-948B-1728B52AA6E4}">
                <adec:decorative xmlns:adec="http://schemas.microsoft.com/office/drawing/2017/decorative" val="1"/>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p:nvPr>
        </p:nvSpPr>
        <p:spPr>
          <a:xfrm>
            <a:off x="468000" y="1800000"/>
            <a:ext cx="11232000" cy="3960000"/>
          </a:xfrm>
          <a:prstGeom prst="rect">
            <a:avLst/>
          </a:prstGeom>
        </p:spPr>
        <p:txBody>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latin typeface="+mj-lt"/>
              </a:defRPr>
            </a:lvl1pPr>
          </a:lstStyle>
          <a:p>
            <a:r>
              <a:rPr lang="en-US"/>
              <a:t>Click to edit Master title style</a:t>
            </a:r>
            <a:endParaRPr lang="en-AU" dirty="0"/>
          </a:p>
        </p:txBody>
      </p:sp>
    </p:spTree>
    <p:extLst>
      <p:ext uri="{BB962C8B-B14F-4D97-AF65-F5344CB8AC3E}">
        <p14:creationId xmlns:p14="http://schemas.microsoft.com/office/powerpoint/2010/main" val="69163181"/>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Standard slide">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p>
            <a:r>
              <a:rPr lang="en-US"/>
              <a:t>Click to edit Master title style</a:t>
            </a:r>
            <a:endParaRPr lang="en-AU" dirty="0"/>
          </a:p>
        </p:txBody>
      </p:sp>
    </p:spTree>
    <p:extLst>
      <p:ext uri="{BB962C8B-B14F-4D97-AF65-F5344CB8AC3E}">
        <p14:creationId xmlns:p14="http://schemas.microsoft.com/office/powerpoint/2010/main" val="50584816"/>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4_Two column slide">
    <p:spTree>
      <p:nvGrpSpPr>
        <p:cNvPr id="1" name=""/>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BCED1A86-7C00-4B5E-BF2D-030A391AC223}"/>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4" name="Content Placeholder 3">
            <a:extLst>
              <a:ext uri="{FF2B5EF4-FFF2-40B4-BE49-F238E27FC236}">
                <a16:creationId xmlns:a16="http://schemas.microsoft.com/office/drawing/2014/main" id="{CFDA814E-6A9F-478A-8061-C5740CBC088C}"/>
              </a:ext>
              <a:ext uri="{C183D7F6-B498-43B3-948B-1728B52AA6E4}">
                <adec:decorative xmlns:adec="http://schemas.microsoft.com/office/drawing/2017/decorative" val="1"/>
              </a:ext>
            </a:extLst>
          </p:cNvPr>
          <p:cNvSpPr>
            <a:spLocks noGrp="1"/>
          </p:cNvSpPr>
          <p:nvPr>
            <p:ph sz="half" idx="2"/>
          </p:nvPr>
        </p:nvSpPr>
        <p:spPr>
          <a:xfrm>
            <a:off x="6189537" y="1800000"/>
            <a:ext cx="5510463" cy="3960000"/>
          </a:xfrm>
          <a:prstGeom prst="rect">
            <a:avLst/>
          </a:prstGeom>
        </p:spPr>
        <p:txBody>
          <a:bodyPr>
            <a:normAutofit/>
          </a:bodyPr>
          <a:lstStyle>
            <a:lvl1pPr>
              <a:defRPr sz="2000" baseline="0">
                <a:solidFill>
                  <a:srgbClr val="000619"/>
                </a:solidFill>
              </a:defRPr>
            </a:lvl1pPr>
            <a:lvl2pPr>
              <a:defRPr sz="2000" baseline="0">
                <a:solidFill>
                  <a:srgbClr val="000619"/>
                </a:solidFill>
              </a:defRPr>
            </a:lvl2pPr>
            <a:lvl3pPr>
              <a:defRPr sz="2000" baseline="0">
                <a:solidFill>
                  <a:srgbClr val="000619"/>
                </a:solidFill>
              </a:defRPr>
            </a:lvl3pPr>
            <a:lvl4pPr>
              <a:defRPr sz="2000" baseline="0">
                <a:solidFill>
                  <a:srgbClr val="000619"/>
                </a:solidFill>
              </a:defRPr>
            </a:lvl4pPr>
            <a:lvl5pPr>
              <a:defRPr sz="2000" baseline="0">
                <a:solidFill>
                  <a:srgbClr val="00061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Content Placeholder 2">
            <a:extLst>
              <a:ext uri="{FF2B5EF4-FFF2-40B4-BE49-F238E27FC236}">
                <a16:creationId xmlns:a16="http://schemas.microsoft.com/office/drawing/2014/main" id="{AE3B8D85-19EE-40D8-B0FC-72738D139668}"/>
              </a:ext>
              <a:ext uri="{C183D7F6-B498-43B3-948B-1728B52AA6E4}">
                <adec:decorative xmlns:adec="http://schemas.microsoft.com/office/drawing/2017/decorative" val="1"/>
              </a:ext>
            </a:extLst>
          </p:cNvPr>
          <p:cNvSpPr>
            <a:spLocks noGrp="1"/>
          </p:cNvSpPr>
          <p:nvPr>
            <p:ph sz="half" idx="1"/>
          </p:nvPr>
        </p:nvSpPr>
        <p:spPr>
          <a:xfrm>
            <a:off x="468000" y="1800000"/>
            <a:ext cx="5430253" cy="3960000"/>
          </a:xfrm>
          <a:prstGeom prst="rect">
            <a:avLst/>
          </a:prstGeom>
        </p:spPr>
        <p:txBody>
          <a:bodyPr>
            <a:normAutofit/>
          </a:bodyPr>
          <a:lstStyle>
            <a:lvl1pPr>
              <a:defRPr sz="2000" baseline="0">
                <a:solidFill>
                  <a:srgbClr val="1C1C1C"/>
                </a:solidFill>
              </a:defRPr>
            </a:lvl1pPr>
            <a:lvl2pPr>
              <a:defRPr sz="2000" baseline="0">
                <a:solidFill>
                  <a:srgbClr val="1C1C1C"/>
                </a:solidFill>
              </a:defRPr>
            </a:lvl2pPr>
            <a:lvl3pPr>
              <a:defRPr sz="2000" baseline="0">
                <a:solidFill>
                  <a:srgbClr val="1C1C1C"/>
                </a:solidFill>
              </a:defRPr>
            </a:lvl3pPr>
            <a:lvl4pPr>
              <a:defRPr sz="2000" baseline="0">
                <a:solidFill>
                  <a:srgbClr val="1C1C1C"/>
                </a:solidFill>
              </a:defRPr>
            </a:lvl4pPr>
            <a:lvl5pPr>
              <a:defRPr sz="2000" baseline="0">
                <a:solidFill>
                  <a:srgbClr val="1C1C1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a:extLst>
              <a:ext uri="{FF2B5EF4-FFF2-40B4-BE49-F238E27FC236}">
                <a16:creationId xmlns:a16="http://schemas.microsoft.com/office/drawing/2014/main" id="{3D32BEA0-D192-4426-8039-EC77442576C8}"/>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p>
            <a:r>
              <a:rPr lang="en-US"/>
              <a:t>Click to edit Master title style</a:t>
            </a:r>
            <a:endParaRPr lang="en-AU" dirty="0"/>
          </a:p>
        </p:txBody>
      </p:sp>
    </p:spTree>
    <p:extLst>
      <p:ext uri="{BB962C8B-B14F-4D97-AF65-F5344CB8AC3E}">
        <p14:creationId xmlns:p14="http://schemas.microsoft.com/office/powerpoint/2010/main" val="3990707427"/>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5_Dark blue highlight ">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bg1"/>
                </a:solidFill>
              </a:defRPr>
            </a:lvl1pPr>
          </a:lstStyle>
          <a:p>
            <a:r>
              <a:rPr lang="en-US"/>
              <a:t>Click to edit Master title style</a:t>
            </a:r>
            <a:endParaRPr lang="en-AU" dirty="0"/>
          </a:p>
        </p:txBody>
      </p:sp>
    </p:spTree>
    <p:extLst>
      <p:ext uri="{BB962C8B-B14F-4D97-AF65-F5344CB8AC3E}">
        <p14:creationId xmlns:p14="http://schemas.microsoft.com/office/powerpoint/2010/main" val="1342974789"/>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6_bright blue high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EB8D0A3-3636-4D52-A40A-89EB4432DC2C}"/>
              </a:ext>
              <a:ext uri="{C183D7F6-B498-43B3-948B-1728B52AA6E4}">
                <adec:decorative xmlns:adec="http://schemas.microsoft.com/office/drawing/2017/decorative" val="1"/>
              </a:ext>
            </a:extLst>
          </p:cNvPr>
          <p:cNvSpPr/>
          <p:nvPr userDrawn="1"/>
        </p:nvSpPr>
        <p:spPr>
          <a:xfrm>
            <a:off x="0" y="0"/>
            <a:ext cx="12192000" cy="60759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Slide Number Placeholder 1">
            <a:extLst>
              <a:ext uri="{FF2B5EF4-FFF2-40B4-BE49-F238E27FC236}">
                <a16:creationId xmlns:a16="http://schemas.microsoft.com/office/drawing/2014/main" id="{092487F3-73DA-4656-84F8-1DE5A80C51B7}"/>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
        <p:nvSpPr>
          <p:cNvPr id="3" name="Content Placeholder 2">
            <a:extLst>
              <a:ext uri="{FF2B5EF4-FFF2-40B4-BE49-F238E27FC236}">
                <a16:creationId xmlns:a16="http://schemas.microsoft.com/office/drawing/2014/main" id="{FA20A0EA-FE24-441E-B009-2BD5DB9A903A}"/>
              </a:ext>
              <a:ext uri="{C183D7F6-B498-43B3-948B-1728B52AA6E4}">
                <adec:decorative xmlns:adec="http://schemas.microsoft.com/office/drawing/2017/decorative" val="1"/>
              </a:ext>
            </a:extLst>
          </p:cNvPr>
          <p:cNvSpPr>
            <a:spLocks noGrp="1"/>
          </p:cNvSpPr>
          <p:nvPr>
            <p:ph idx="1" hasCustomPrompt="1"/>
          </p:nvPr>
        </p:nvSpPr>
        <p:spPr>
          <a:xfrm>
            <a:off x="468000" y="1800000"/>
            <a:ext cx="11232000" cy="3960000"/>
          </a:xfrm>
          <a:prstGeom prst="rect">
            <a:avLst/>
          </a:prstGeom>
        </p:spPr>
        <p:txBody>
          <a:bodyPr/>
          <a:lstStyle>
            <a:lvl1pPr>
              <a:defRPr sz="24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2" name="Title 1">
            <a:extLst>
              <a:ext uri="{FF2B5EF4-FFF2-40B4-BE49-F238E27FC236}">
                <a16:creationId xmlns:a16="http://schemas.microsoft.com/office/drawing/2014/main" id="{860521EC-3BCC-46AD-A4CB-4CEC78D8996C}"/>
              </a:ext>
              <a:ext uri="{C183D7F6-B498-43B3-948B-1728B52AA6E4}">
                <adec:decorative xmlns:adec="http://schemas.microsoft.com/office/drawing/2017/decorative" val="1"/>
              </a:ext>
            </a:extLst>
          </p:cNvPr>
          <p:cNvSpPr>
            <a:spLocks noGrp="1"/>
          </p:cNvSpPr>
          <p:nvPr>
            <p:ph type="title"/>
          </p:nvPr>
        </p:nvSpPr>
        <p:spPr>
          <a:xfrm>
            <a:off x="468000" y="360000"/>
            <a:ext cx="11232000" cy="1332000"/>
          </a:xfrm>
          <a:prstGeom prst="rect">
            <a:avLst/>
          </a:prstGeom>
        </p:spPr>
        <p:txBody>
          <a:bodyPr/>
          <a:lstStyle>
            <a:lvl1pPr>
              <a:defRPr>
                <a:solidFill>
                  <a:schemeClr val="tx2"/>
                </a:solidFill>
              </a:defRPr>
            </a:lvl1pPr>
          </a:lstStyle>
          <a:p>
            <a:r>
              <a:rPr lang="en-US"/>
              <a:t>Click to edit Master title style</a:t>
            </a:r>
            <a:endParaRPr lang="en-AU" dirty="0"/>
          </a:p>
        </p:txBody>
      </p:sp>
    </p:spTree>
    <p:extLst>
      <p:ext uri="{BB962C8B-B14F-4D97-AF65-F5344CB8AC3E}">
        <p14:creationId xmlns:p14="http://schemas.microsoft.com/office/powerpoint/2010/main" val="3016836911"/>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blank ">
    <p:spTree>
      <p:nvGrpSpPr>
        <p:cNvPr id="1" name=""/>
        <p:cNvGrpSpPr/>
        <p:nvPr/>
      </p:nvGrpSpPr>
      <p:grpSpPr>
        <a:xfrm>
          <a:off x="0" y="0"/>
          <a:ext cx="0" cy="0"/>
          <a:chOff x="0" y="0"/>
          <a:chExt cx="0" cy="0"/>
        </a:xfrm>
      </p:grpSpPr>
      <p:sp>
        <p:nvSpPr>
          <p:cNvPr id="3" name="Slide Number Placeholder 1">
            <a:extLst>
              <a:ext uri="{FF2B5EF4-FFF2-40B4-BE49-F238E27FC236}">
                <a16:creationId xmlns:a16="http://schemas.microsoft.com/office/drawing/2014/main" id="{00BC167D-F647-4BE2-BBA9-8ADE0451500E}"/>
              </a:ext>
            </a:extLst>
          </p:cNvPr>
          <p:cNvSpPr>
            <a:spLocks noGrp="1"/>
          </p:cNvSpPr>
          <p:nvPr>
            <p:ph type="sldNum" sz="quarter" idx="4"/>
          </p:nvPr>
        </p:nvSpPr>
        <p:spPr>
          <a:xfrm>
            <a:off x="11188461" y="186179"/>
            <a:ext cx="657044" cy="365125"/>
          </a:xfrm>
          <a:prstGeom prst="rect">
            <a:avLst/>
          </a:prstGeom>
        </p:spPr>
        <p:txBody>
          <a:bodyPr vert="horz" lIns="91440" tIns="45720" rIns="91440" bIns="45720" rtlCol="0" anchor="ctr"/>
          <a:lstStyle>
            <a:lvl1pPr algn="r">
              <a:defRPr sz="1200">
                <a:solidFill>
                  <a:schemeClr val="tx1">
                    <a:lumMod val="75000"/>
                    <a:lumOff val="25000"/>
                  </a:schemeClr>
                </a:solidFill>
              </a:defRPr>
            </a:lvl1pPr>
          </a:lstStyle>
          <a:p>
            <a:fld id="{50DE2101-C65B-4E63-9A0E-F3BD87D4D20C}" type="slidenum">
              <a:rPr lang="en-AU" smtClean="0"/>
              <a:pPr/>
              <a:t>‹#›</a:t>
            </a:fld>
            <a:endParaRPr lang="en-AU" dirty="0"/>
          </a:p>
        </p:txBody>
      </p:sp>
    </p:spTree>
    <p:extLst>
      <p:ext uri="{BB962C8B-B14F-4D97-AF65-F5344CB8AC3E}">
        <p14:creationId xmlns:p14="http://schemas.microsoft.com/office/powerpoint/2010/main" val="1158394569"/>
      </p:ext>
    </p:extLst>
  </p:cSld>
  <p:clrMapOvr>
    <a:masterClrMapping/>
  </p:clrMapOvr>
  <p:transition spd="med">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Chapter Page_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3357113901"/>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Chapter Page_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CD9C7A-FB4B-4C32-BB94-381D14AD3156}"/>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bg1"/>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bg1"/>
                </a:solidFill>
              </a:defRPr>
            </a:lvl1pPr>
          </a:lstStyle>
          <a:p>
            <a:r>
              <a:rPr lang="en-US" dirty="0"/>
              <a:t>Click to edit: Chapter Title</a:t>
            </a:r>
            <a:endParaRPr lang="en-AU" dirty="0"/>
          </a:p>
        </p:txBody>
      </p:sp>
    </p:spTree>
    <p:extLst>
      <p:ext uri="{BB962C8B-B14F-4D97-AF65-F5344CB8AC3E}">
        <p14:creationId xmlns:p14="http://schemas.microsoft.com/office/powerpoint/2010/main" val="1566651158"/>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Chapter Page_C">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EFD7735A-B7DA-4E07-A843-5FC5BA79AD50}"/>
              </a:ext>
              <a:ext uri="{C183D7F6-B498-43B3-948B-1728B52AA6E4}">
                <adec:decorative xmlns:adec="http://schemas.microsoft.com/office/drawing/2017/decorative" val="1"/>
              </a:ext>
            </a:extLst>
          </p:cNvPr>
          <p:cNvSpPr>
            <a:spLocks noGrp="1"/>
          </p:cNvSpPr>
          <p:nvPr>
            <p:ph type="body" sz="quarter" idx="10" hasCustomPrompt="1"/>
          </p:nvPr>
        </p:nvSpPr>
        <p:spPr>
          <a:xfrm>
            <a:off x="790947" y="4396382"/>
            <a:ext cx="7380287" cy="933450"/>
          </a:xfrm>
        </p:spPr>
        <p:txBody>
          <a:bodyPr/>
          <a:lstStyle>
            <a:lvl1pPr algn="l">
              <a:buNone/>
              <a:defRPr sz="1800">
                <a:solidFill>
                  <a:schemeClr val="tx2"/>
                </a:solidFill>
                <a:latin typeface="+mn-lt"/>
              </a:defRPr>
            </a:lvl1pPr>
            <a:lvl2pPr>
              <a:buNone/>
              <a:defRPr sz="1800">
                <a:solidFill>
                  <a:schemeClr val="bg1"/>
                </a:solidFill>
                <a:latin typeface="+mn-lt"/>
              </a:defRPr>
            </a:lvl2pPr>
            <a:lvl3pPr>
              <a:buNone/>
              <a:defRPr sz="1800">
                <a:solidFill>
                  <a:schemeClr val="bg1"/>
                </a:solidFill>
                <a:latin typeface="+mn-lt"/>
              </a:defRPr>
            </a:lvl3pPr>
            <a:lvl4pPr>
              <a:buNone/>
              <a:defRPr sz="1800">
                <a:solidFill>
                  <a:schemeClr val="bg1"/>
                </a:solidFill>
                <a:latin typeface="+mn-lt"/>
              </a:defRPr>
            </a:lvl4pPr>
            <a:lvl5pPr>
              <a:buNone/>
              <a:defRPr sz="1800">
                <a:solidFill>
                  <a:schemeClr val="bg1"/>
                </a:solidFill>
                <a:latin typeface="+mn-lt"/>
              </a:defRPr>
            </a:lvl5pPr>
          </a:lstStyle>
          <a:p>
            <a:pPr lvl="0"/>
            <a:r>
              <a:rPr lang="en-US" dirty="0"/>
              <a:t>Click to edit: Add your </a:t>
            </a:r>
            <a:r>
              <a:rPr lang="en-AU" dirty="0"/>
              <a:t>chapter description here</a:t>
            </a:r>
            <a:endParaRPr lang="en-US" dirty="0"/>
          </a:p>
        </p:txBody>
      </p:sp>
      <p:sp>
        <p:nvSpPr>
          <p:cNvPr id="7" name="Title 1">
            <a:extLst>
              <a:ext uri="{FF2B5EF4-FFF2-40B4-BE49-F238E27FC236}">
                <a16:creationId xmlns:a16="http://schemas.microsoft.com/office/drawing/2014/main" id="{E252BC87-340E-4AA0-A72B-58BB011DA75B}"/>
              </a:ext>
              <a:ext uri="{C183D7F6-B498-43B3-948B-1728B52AA6E4}">
                <adec:decorative xmlns:adec="http://schemas.microsoft.com/office/drawing/2017/decorative" val="1"/>
              </a:ext>
            </a:extLst>
          </p:cNvPr>
          <p:cNvSpPr>
            <a:spLocks noGrp="1"/>
          </p:cNvSpPr>
          <p:nvPr>
            <p:ph type="ctrTitle" hasCustomPrompt="1"/>
          </p:nvPr>
        </p:nvSpPr>
        <p:spPr>
          <a:xfrm>
            <a:off x="790864" y="2562385"/>
            <a:ext cx="7380370" cy="1833997"/>
          </a:xfrm>
        </p:spPr>
        <p:txBody>
          <a:bodyPr anchor="ctr">
            <a:normAutofit/>
          </a:bodyPr>
          <a:lstStyle>
            <a:lvl1pPr algn="l">
              <a:defRPr sz="5400" b="1">
                <a:solidFill>
                  <a:schemeClr val="tx2"/>
                </a:solidFill>
              </a:defRPr>
            </a:lvl1pPr>
          </a:lstStyle>
          <a:p>
            <a:r>
              <a:rPr lang="en-US" dirty="0"/>
              <a:t>Click to edit: Chapter Title</a:t>
            </a:r>
            <a:endParaRPr lang="en-AU" dirty="0"/>
          </a:p>
        </p:txBody>
      </p:sp>
    </p:spTree>
    <p:extLst>
      <p:ext uri="{BB962C8B-B14F-4D97-AF65-F5344CB8AC3E}">
        <p14:creationId xmlns:p14="http://schemas.microsoft.com/office/powerpoint/2010/main" val="223482554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descr="CRICOS No. 00213J">
            <a:extLst>
              <a:ext uri="{FF2B5EF4-FFF2-40B4-BE49-F238E27FC236}">
                <a16:creationId xmlns:a16="http://schemas.microsoft.com/office/drawing/2014/main" id="{3819D453-5A42-99B4-BEE6-9B49622C4FFE}"/>
              </a:ext>
            </a:extLst>
          </p:cNvPr>
          <p:cNvSpPr txBox="1"/>
          <p:nvPr userDrawn="1"/>
        </p:nvSpPr>
        <p:spPr>
          <a:xfrm>
            <a:off x="345920" y="5861551"/>
            <a:ext cx="2663287" cy="169277"/>
          </a:xfrm>
          <a:prstGeom prst="rect">
            <a:avLst/>
          </a:prstGeom>
          <a:noFill/>
        </p:spPr>
        <p:txBody>
          <a:bodyPr wrap="square" rtlCol="0">
            <a:spAutoFit/>
          </a:bodyPr>
          <a:lstStyle/>
          <a:p>
            <a:pPr algn="l"/>
            <a:r>
              <a:rPr lang="en-AU" sz="500" dirty="0">
                <a:solidFill>
                  <a:schemeClr val="bg2">
                    <a:lumMod val="75000"/>
                  </a:schemeClr>
                </a:solidFill>
              </a:rPr>
              <a:t>TEQSA Provider ID PRV12079  Australian University | CRICOS No.00213J</a:t>
            </a:r>
          </a:p>
        </p:txBody>
      </p:sp>
      <p:pic>
        <p:nvPicPr>
          <p:cNvPr id="10" name="Picture 9">
            <a:extLst>
              <a:ext uri="{FF2B5EF4-FFF2-40B4-BE49-F238E27FC236}">
                <a16:creationId xmlns:a16="http://schemas.microsoft.com/office/drawing/2014/main" id="{104FBEC7-6426-4AEC-A1CC-40670871954C}"/>
              </a:ext>
              <a:ext uri="{C183D7F6-B498-43B3-948B-1728B52AA6E4}">
                <adec:decorative xmlns:adec="http://schemas.microsoft.com/office/drawing/2017/decorative" val="1"/>
              </a:ext>
            </a:extLst>
          </p:cNvPr>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1" y="6080044"/>
            <a:ext cx="12192000" cy="777956"/>
          </a:xfrm>
          <a:prstGeom prst="rect">
            <a:avLst/>
          </a:prstGeom>
        </p:spPr>
      </p:pic>
      <p:pic>
        <p:nvPicPr>
          <p:cNvPr id="4" name="Picture 3" descr="Logo - Queensland University of Technology">
            <a:extLst>
              <a:ext uri="{FF2B5EF4-FFF2-40B4-BE49-F238E27FC236}">
                <a16:creationId xmlns:a16="http://schemas.microsoft.com/office/drawing/2014/main" id="{771F55EB-84E1-4510-9C72-0DF84EA1B1A4}"/>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1267892" y="6218210"/>
            <a:ext cx="481643" cy="481643"/>
          </a:xfrm>
          <a:prstGeom prst="rect">
            <a:avLst/>
          </a:prstGeom>
        </p:spPr>
      </p:pic>
      <p:sp>
        <p:nvSpPr>
          <p:cNvPr id="5" name="TextBox 4">
            <a:extLst>
              <a:ext uri="{FF2B5EF4-FFF2-40B4-BE49-F238E27FC236}">
                <a16:creationId xmlns:a16="http://schemas.microsoft.com/office/drawing/2014/main" id="{1475DFC8-C02E-4F5E-BE32-FE282B7EF40D}"/>
              </a:ext>
              <a:ext uri="{C183D7F6-B498-43B3-948B-1728B52AA6E4}">
                <adec:decorative xmlns:adec="http://schemas.microsoft.com/office/drawing/2017/decorative" val="1"/>
              </a:ext>
            </a:extLst>
          </p:cNvPr>
          <p:cNvSpPr txBox="1"/>
          <p:nvPr userDrawn="1"/>
        </p:nvSpPr>
        <p:spPr>
          <a:xfrm>
            <a:off x="345921" y="6228200"/>
            <a:ext cx="6049925" cy="446276"/>
          </a:xfrm>
          <a:prstGeom prst="rect">
            <a:avLst/>
          </a:prstGeom>
          <a:noFill/>
        </p:spPr>
        <p:txBody>
          <a:bodyPr wrap="square" rtlCol="0">
            <a:spAutoFit/>
          </a:bodyPr>
          <a:lstStyle/>
          <a:p>
            <a:r>
              <a:rPr lang="en-AU" sz="1200" b="1" dirty="0">
                <a:solidFill>
                  <a:schemeClr val="bg1"/>
                </a:solidFill>
              </a:rPr>
              <a:t>MXB362 – Advanced Visualisation and Data Sciences</a:t>
            </a:r>
          </a:p>
          <a:p>
            <a:r>
              <a:rPr lang="en-AU" sz="1100" b="0" dirty="0">
                <a:solidFill>
                  <a:schemeClr val="bg1"/>
                </a:solidFill>
              </a:rPr>
              <a:t>School of </a:t>
            </a:r>
            <a:r>
              <a:rPr lang="en-AU" sz="1100" b="0">
                <a:solidFill>
                  <a:schemeClr val="bg1"/>
                </a:solidFill>
              </a:rPr>
              <a:t>Mathematical Sciences</a:t>
            </a:r>
            <a:endParaRPr lang="en-AU" sz="1100" b="0" dirty="0">
              <a:solidFill>
                <a:schemeClr val="bg1"/>
              </a:solidFill>
            </a:endParaRPr>
          </a:p>
        </p:txBody>
      </p:sp>
      <p:sp>
        <p:nvSpPr>
          <p:cNvPr id="8" name="Text Placeholder 2">
            <a:extLst>
              <a:ext uri="{FF2B5EF4-FFF2-40B4-BE49-F238E27FC236}">
                <a16:creationId xmlns:a16="http://schemas.microsoft.com/office/drawing/2014/main" id="{1409811D-58FA-4569-BF65-03783DB26BAA}"/>
              </a:ext>
            </a:extLst>
          </p:cNvPr>
          <p:cNvSpPr>
            <a:spLocks noGrp="1"/>
          </p:cNvSpPr>
          <p:nvPr>
            <p:ph type="body" idx="1"/>
          </p:nvPr>
        </p:nvSpPr>
        <p:spPr>
          <a:xfrm>
            <a:off x="468000" y="1800000"/>
            <a:ext cx="11232000" cy="396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Placeholder 1">
            <a:extLst>
              <a:ext uri="{FF2B5EF4-FFF2-40B4-BE49-F238E27FC236}">
                <a16:creationId xmlns:a16="http://schemas.microsoft.com/office/drawing/2014/main" id="{EF70AB86-8F1E-44CD-82C9-F9C4926C0D76}"/>
              </a:ext>
            </a:extLst>
          </p:cNvPr>
          <p:cNvSpPr>
            <a:spLocks noGrp="1"/>
          </p:cNvSpPr>
          <p:nvPr>
            <p:ph type="title"/>
          </p:nvPr>
        </p:nvSpPr>
        <p:spPr>
          <a:xfrm>
            <a:off x="468000" y="360000"/>
            <a:ext cx="11232000" cy="1332000"/>
          </a:xfrm>
          <a:prstGeom prst="rect">
            <a:avLst/>
          </a:prstGeom>
        </p:spPr>
        <p:txBody>
          <a:bodyPr vert="horz" lIns="91440" tIns="45720" rIns="91440" bIns="45720" rtlCol="0" anchor="ctr">
            <a:normAutofit/>
          </a:bodyPr>
          <a:lstStyle/>
          <a:p>
            <a:r>
              <a:rPr lang="en-US"/>
              <a:t>Click to edit Master title style</a:t>
            </a:r>
            <a:endParaRPr lang="en-AU" dirty="0"/>
          </a:p>
        </p:txBody>
      </p:sp>
    </p:spTree>
    <p:extLst>
      <p:ext uri="{BB962C8B-B14F-4D97-AF65-F5344CB8AC3E}">
        <p14:creationId xmlns:p14="http://schemas.microsoft.com/office/powerpoint/2010/main" val="32327397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3" r:id="rId3"/>
    <p:sldLayoutId id="2147483662" r:id="rId4"/>
    <p:sldLayoutId id="2147483664" r:id="rId5"/>
    <p:sldLayoutId id="2147483668" r:id="rId6"/>
    <p:sldLayoutId id="2147483649" r:id="rId7"/>
    <p:sldLayoutId id="2147483650" r:id="rId8"/>
    <p:sldLayoutId id="2147483665" r:id="rId9"/>
    <p:sldLayoutId id="2147483652" r:id="rId10"/>
    <p:sldLayoutId id="2147483666" r:id="rId11"/>
    <p:sldLayoutId id="2147483667" r:id="rId12"/>
    <p:sldLayoutId id="2147483654" r:id="rId13"/>
    <p:sldLayoutId id="2147483669" r:id="rId14"/>
    <p:sldLayoutId id="2147483670" r:id="rId15"/>
    <p:sldLayoutId id="2147483671" r:id="rId16"/>
  </p:sldLayoutIdLst>
  <p:transition spd="med">
    <p:fade/>
  </p:transition>
  <p:hf sldNum="0" hdr="0" ftr="0" dt="0"/>
  <p:txStyles>
    <p:titleStyle>
      <a:lvl1pPr algn="l" defTabSz="914400" rtl="0" eaLnBrk="1" latinLnBrk="0" hangingPunct="1">
        <a:lnSpc>
          <a:spcPct val="90000"/>
        </a:lnSpc>
        <a:spcBef>
          <a:spcPct val="0"/>
        </a:spcBef>
        <a:buNone/>
        <a:defRPr sz="4400" b="1" kern="1200" baseline="0">
          <a:solidFill>
            <a:srgbClr val="164C7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3DE832-F663-6D4C-A6CE-16EE7AC91959}"/>
              </a:ext>
            </a:extLst>
          </p:cNvPr>
          <p:cNvSpPr>
            <a:spLocks noGrp="1"/>
          </p:cNvSpPr>
          <p:nvPr>
            <p:ph type="body" sz="quarter" idx="10"/>
          </p:nvPr>
        </p:nvSpPr>
        <p:spPr/>
        <p:txBody>
          <a:bodyPr/>
          <a:lstStyle/>
          <a:p>
            <a:endParaRPr lang="en-AU" dirty="0"/>
          </a:p>
        </p:txBody>
      </p:sp>
      <p:sp>
        <p:nvSpPr>
          <p:cNvPr id="3" name="Subtitle 2">
            <a:extLst>
              <a:ext uri="{FF2B5EF4-FFF2-40B4-BE49-F238E27FC236}">
                <a16:creationId xmlns:a16="http://schemas.microsoft.com/office/drawing/2014/main" id="{E3374E54-987E-7848-8633-7203E9A9200B}"/>
              </a:ext>
            </a:extLst>
          </p:cNvPr>
          <p:cNvSpPr>
            <a:spLocks noGrp="1"/>
          </p:cNvSpPr>
          <p:nvPr>
            <p:ph type="subTitle" idx="1"/>
          </p:nvPr>
        </p:nvSpPr>
        <p:spPr/>
        <p:txBody>
          <a:bodyPr/>
          <a:lstStyle/>
          <a:p>
            <a:endParaRPr lang="en-AU" dirty="0"/>
          </a:p>
        </p:txBody>
      </p:sp>
      <p:sp>
        <p:nvSpPr>
          <p:cNvPr id="4" name="Title 3">
            <a:extLst>
              <a:ext uri="{FF2B5EF4-FFF2-40B4-BE49-F238E27FC236}">
                <a16:creationId xmlns:a16="http://schemas.microsoft.com/office/drawing/2014/main" id="{4CB231B7-6131-0949-BB3E-AE7ACD17A209}"/>
              </a:ext>
            </a:extLst>
          </p:cNvPr>
          <p:cNvSpPr>
            <a:spLocks noGrp="1"/>
          </p:cNvSpPr>
          <p:nvPr>
            <p:ph type="ctrTitle"/>
          </p:nvPr>
        </p:nvSpPr>
        <p:spPr/>
        <p:txBody>
          <a:bodyPr/>
          <a:lstStyle/>
          <a:p>
            <a:r>
              <a:rPr lang="en-US" dirty="0"/>
              <a:t>Vector </a:t>
            </a:r>
            <a:r>
              <a:rPr lang="en-US" dirty="0" err="1"/>
              <a:t>Visualisation</a:t>
            </a:r>
            <a:endParaRPr lang="en-AU" dirty="0"/>
          </a:p>
        </p:txBody>
      </p:sp>
    </p:spTree>
    <p:extLst>
      <p:ext uri="{BB962C8B-B14F-4D97-AF65-F5344CB8AC3E}">
        <p14:creationId xmlns:p14="http://schemas.microsoft.com/office/powerpoint/2010/main" val="2693289624"/>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 1: Direct vector field </a:t>
            </a:r>
            <a:r>
              <a:rPr lang="en-US" dirty="0" err="1"/>
              <a:t>visualisation</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a:xfrm>
            <a:off x="468000" y="1800000"/>
            <a:ext cx="8307785" cy="3960000"/>
          </a:xfrm>
        </p:spPr>
        <p:txBody>
          <a:bodyPr>
            <a:normAutofit fontScale="92500" lnSpcReduction="10000"/>
          </a:bodyPr>
          <a:lstStyle/>
          <a:p>
            <a:pPr marL="0" indent="0">
              <a:buNone/>
            </a:pPr>
            <a:r>
              <a:rPr lang="en-US" sz="1000" dirty="0"/>
              <a:t>Direct vector field visualization uses glyphs to indicate the vector direction and magnitude of the field at a subset of the points in space. It is useful for visualizing spatially autocorrelated vector field data (i.e., the lines run into each other), and fields with sparse structure (e.g., fields that have only one or two major features. The following R code snippets require the </a:t>
            </a:r>
            <a:r>
              <a:rPr lang="en-US" sz="1000" i="1" dirty="0" err="1"/>
              <a:t>pracma</a:t>
            </a:r>
            <a:r>
              <a:rPr lang="en-US" sz="1000" dirty="0"/>
              <a:t>, </a:t>
            </a:r>
            <a:r>
              <a:rPr lang="en-US" sz="1000" i="1" dirty="0" err="1"/>
              <a:t>tidyverse</a:t>
            </a:r>
            <a:r>
              <a:rPr lang="en-US" sz="1000" i="1" dirty="0"/>
              <a:t> </a:t>
            </a:r>
            <a:r>
              <a:rPr lang="en-US" sz="1000" dirty="0"/>
              <a:t>and </a:t>
            </a:r>
            <a:r>
              <a:rPr lang="en-US" sz="1000" i="1" dirty="0" err="1"/>
              <a:t>ggquiver</a:t>
            </a:r>
            <a:r>
              <a:rPr lang="en-US" sz="1000" dirty="0"/>
              <a:t> libraries.</a:t>
            </a:r>
          </a:p>
          <a:p>
            <a:pPr marL="0" indent="0">
              <a:buNone/>
            </a:pPr>
            <a:r>
              <a:rPr lang="en-US" sz="1000" b="1" dirty="0"/>
              <a:t>Step 1</a:t>
            </a:r>
            <a:r>
              <a:rPr lang="en-US" sz="1000" dirty="0"/>
              <a:t>: Create a grid of values in 2D coordinate space</a:t>
            </a:r>
          </a:p>
          <a:p>
            <a:pPr marL="0" indent="0">
              <a:buNone/>
            </a:pPr>
            <a:r>
              <a:rPr lang="en-US" sz="1000" dirty="0" err="1"/>
              <a:t>sp</a:t>
            </a:r>
            <a:r>
              <a:rPr lang="en-US" sz="1000" dirty="0"/>
              <a:t> = 0.1 #Grid spacing</a:t>
            </a:r>
          </a:p>
          <a:p>
            <a:pPr marL="0" indent="0">
              <a:buNone/>
            </a:pPr>
            <a:r>
              <a:rPr lang="en-US" sz="1000" dirty="0" err="1"/>
              <a:t>x_points</a:t>
            </a:r>
            <a:r>
              <a:rPr lang="en-US" sz="1000" dirty="0"/>
              <a:t> = seq(-2, 2, by = </a:t>
            </a:r>
            <a:r>
              <a:rPr lang="en-US" sz="1000" dirty="0" err="1"/>
              <a:t>sp</a:t>
            </a:r>
            <a:r>
              <a:rPr lang="en-US" sz="1000" dirty="0"/>
              <a:t>)</a:t>
            </a:r>
          </a:p>
          <a:p>
            <a:pPr marL="0" indent="0">
              <a:buNone/>
            </a:pPr>
            <a:r>
              <a:rPr lang="en-US" sz="1000" dirty="0" err="1"/>
              <a:t>y_points</a:t>
            </a:r>
            <a:r>
              <a:rPr lang="en-US" sz="1000" dirty="0"/>
              <a:t> = seq(-1.5, 1.5, by = </a:t>
            </a:r>
            <a:r>
              <a:rPr lang="en-US" sz="1000" dirty="0" err="1"/>
              <a:t>sp</a:t>
            </a:r>
            <a:r>
              <a:rPr lang="en-US" sz="1000" dirty="0"/>
              <a:t>)</a:t>
            </a:r>
          </a:p>
          <a:p>
            <a:pPr marL="0" indent="0">
              <a:buNone/>
            </a:pPr>
            <a:r>
              <a:rPr lang="en-US" sz="1000" dirty="0"/>
              <a:t>X = matrix(</a:t>
            </a:r>
            <a:r>
              <a:rPr lang="en-US" sz="1000" dirty="0" err="1"/>
              <a:t>x_points</a:t>
            </a:r>
            <a:r>
              <a:rPr lang="en-US" sz="1000" dirty="0"/>
              <a:t>, </a:t>
            </a:r>
            <a:r>
              <a:rPr lang="en-US" sz="1000" dirty="0" err="1"/>
              <a:t>nrow</a:t>
            </a:r>
            <a:r>
              <a:rPr lang="en-US" sz="1000" dirty="0"/>
              <a:t> = length(</a:t>
            </a:r>
            <a:r>
              <a:rPr lang="en-US" sz="1000" dirty="0" err="1"/>
              <a:t>y_points</a:t>
            </a:r>
            <a:r>
              <a:rPr lang="en-US" sz="1000" dirty="0"/>
              <a:t>), </a:t>
            </a:r>
            <a:r>
              <a:rPr lang="en-US" sz="1000" dirty="0" err="1"/>
              <a:t>ncol</a:t>
            </a:r>
            <a:r>
              <a:rPr lang="en-US" sz="1000" dirty="0"/>
              <a:t> = length(</a:t>
            </a:r>
            <a:r>
              <a:rPr lang="en-US" sz="1000" dirty="0" err="1"/>
              <a:t>x_points</a:t>
            </a:r>
            <a:r>
              <a:rPr lang="en-US" sz="1000" dirty="0"/>
              <a:t>),</a:t>
            </a:r>
            <a:r>
              <a:rPr lang="en-US" sz="1000" dirty="0" err="1"/>
              <a:t>byrow</a:t>
            </a:r>
            <a:r>
              <a:rPr lang="en-US" sz="1000" dirty="0"/>
              <a:t>=TRUE)</a:t>
            </a:r>
          </a:p>
          <a:p>
            <a:pPr marL="0" indent="0">
              <a:buNone/>
            </a:pPr>
            <a:r>
              <a:rPr lang="en-US" sz="1000" dirty="0"/>
              <a:t>Y = matrix(</a:t>
            </a:r>
            <a:r>
              <a:rPr lang="en-US" sz="1000" dirty="0" err="1"/>
              <a:t>y_points</a:t>
            </a:r>
            <a:r>
              <a:rPr lang="en-US" sz="1000" dirty="0"/>
              <a:t>, </a:t>
            </a:r>
            <a:r>
              <a:rPr lang="en-US" sz="1000" dirty="0" err="1"/>
              <a:t>nrow</a:t>
            </a:r>
            <a:r>
              <a:rPr lang="en-US" sz="1000" dirty="0"/>
              <a:t> = length(</a:t>
            </a:r>
            <a:r>
              <a:rPr lang="en-US" sz="1000" dirty="0" err="1"/>
              <a:t>y_points</a:t>
            </a:r>
            <a:r>
              <a:rPr lang="en-US" sz="1000" dirty="0"/>
              <a:t>), </a:t>
            </a:r>
            <a:r>
              <a:rPr lang="en-US" sz="1000" dirty="0" err="1"/>
              <a:t>ncol</a:t>
            </a:r>
            <a:r>
              <a:rPr lang="en-US" sz="1000" dirty="0"/>
              <a:t> = length(</a:t>
            </a:r>
            <a:r>
              <a:rPr lang="en-US" sz="1000" dirty="0" err="1"/>
              <a:t>x_points</a:t>
            </a:r>
            <a:r>
              <a:rPr lang="en-US" sz="1000" dirty="0"/>
              <a:t>),</a:t>
            </a:r>
            <a:r>
              <a:rPr lang="en-US" sz="1000" dirty="0" err="1"/>
              <a:t>byrow</a:t>
            </a:r>
            <a:r>
              <a:rPr lang="en-US" sz="1000" dirty="0"/>
              <a:t>=FALSE)</a:t>
            </a:r>
          </a:p>
          <a:p>
            <a:pPr marL="0" indent="0">
              <a:buNone/>
            </a:pPr>
            <a:r>
              <a:rPr lang="es-ES" sz="1000" dirty="0" err="1"/>
              <a:t>xy_pairs</a:t>
            </a:r>
            <a:r>
              <a:rPr lang="es-ES" sz="1000" dirty="0"/>
              <a:t> = </a:t>
            </a:r>
            <a:r>
              <a:rPr lang="es-ES" sz="1000" dirty="0" err="1"/>
              <a:t>unique</a:t>
            </a:r>
            <a:r>
              <a:rPr lang="es-ES" sz="1000" dirty="0"/>
              <a:t>(</a:t>
            </a:r>
            <a:r>
              <a:rPr lang="es-ES" sz="1000" dirty="0" err="1"/>
              <a:t>expand.grid</a:t>
            </a:r>
            <a:r>
              <a:rPr lang="es-ES" sz="1000" dirty="0"/>
              <a:t>(x = </a:t>
            </a:r>
            <a:r>
              <a:rPr lang="es-ES" sz="1000" dirty="0" err="1"/>
              <a:t>as.vector</a:t>
            </a:r>
            <a:r>
              <a:rPr lang="es-ES" sz="1000" dirty="0"/>
              <a:t>(X), y = </a:t>
            </a:r>
            <a:r>
              <a:rPr lang="es-ES" sz="1000" dirty="0" err="1"/>
              <a:t>as.vector</a:t>
            </a:r>
            <a:r>
              <a:rPr lang="es-ES" sz="1000" dirty="0"/>
              <a:t>(Y))) </a:t>
            </a:r>
            <a:r>
              <a:rPr lang="en-US" sz="1000" dirty="0"/>
              <a:t>#Get unique pairs of </a:t>
            </a:r>
            <a:r>
              <a:rPr lang="en-US" sz="1000" dirty="0" err="1"/>
              <a:t>gridpoints</a:t>
            </a:r>
            <a:endParaRPr lang="en-US" sz="1000" dirty="0"/>
          </a:p>
          <a:p>
            <a:pPr marL="0" indent="0">
              <a:buNone/>
            </a:pPr>
            <a:r>
              <a:rPr lang="en-US" sz="1000" b="1" dirty="0"/>
              <a:t>Step 2</a:t>
            </a:r>
            <a:r>
              <a:rPr lang="en-US" sz="1000" dirty="0"/>
              <a:t>: At each point in (</a:t>
            </a:r>
            <a:r>
              <a:rPr lang="en-US" sz="1000" dirty="0" err="1"/>
              <a:t>x,y</a:t>
            </a:r>
            <a:r>
              <a:rPr lang="en-US" sz="1000" dirty="0"/>
              <a:t>) space, generate a third dimension </a:t>
            </a:r>
          </a:p>
          <a:p>
            <a:pPr marL="0" indent="0">
              <a:buNone/>
            </a:pPr>
            <a:r>
              <a:rPr lang="en-US" sz="1000" dirty="0"/>
              <a:t>z = function(x){ x[1] * exp(-x[1]^2 - x[2]^2) }</a:t>
            </a:r>
          </a:p>
          <a:p>
            <a:pPr marL="0" indent="0">
              <a:buNone/>
            </a:pPr>
            <a:r>
              <a:rPr lang="en-US" sz="1000" dirty="0"/>
              <a:t>Z = matrix(apply(</a:t>
            </a:r>
            <a:r>
              <a:rPr lang="en-US" sz="1000" dirty="0" err="1"/>
              <a:t>data.frame</a:t>
            </a:r>
            <a:r>
              <a:rPr lang="en-US" sz="1000" dirty="0"/>
              <a:t>(</a:t>
            </a:r>
            <a:r>
              <a:rPr lang="en-US" sz="1000" dirty="0" err="1"/>
              <a:t>xy_pairs</a:t>
            </a:r>
            <a:r>
              <a:rPr lang="en-US" sz="1000" dirty="0"/>
              <a:t>),1,FUN=z),</a:t>
            </a:r>
            <a:r>
              <a:rPr lang="en-US" sz="1000" dirty="0" err="1"/>
              <a:t>nrow</a:t>
            </a:r>
            <a:r>
              <a:rPr lang="en-US" sz="1000" dirty="0"/>
              <a:t> = length(</a:t>
            </a:r>
            <a:r>
              <a:rPr lang="en-US" sz="1000" dirty="0" err="1"/>
              <a:t>y_points</a:t>
            </a:r>
            <a:r>
              <a:rPr lang="en-US" sz="1000" dirty="0"/>
              <a:t>), </a:t>
            </a:r>
            <a:r>
              <a:rPr lang="en-US" sz="1000" dirty="0" err="1"/>
              <a:t>ncol</a:t>
            </a:r>
            <a:r>
              <a:rPr lang="en-US" sz="1000" dirty="0"/>
              <a:t> = length(</a:t>
            </a:r>
            <a:r>
              <a:rPr lang="en-US" sz="1000" dirty="0" err="1"/>
              <a:t>x_points</a:t>
            </a:r>
            <a:r>
              <a:rPr lang="en-US" sz="1000" dirty="0"/>
              <a:t>),</a:t>
            </a:r>
            <a:r>
              <a:rPr lang="en-US" sz="1000" dirty="0" err="1"/>
              <a:t>byrow</a:t>
            </a:r>
            <a:r>
              <a:rPr lang="en-US" sz="1000" dirty="0"/>
              <a:t> = TRUE) </a:t>
            </a:r>
          </a:p>
          <a:p>
            <a:pPr marL="0" indent="0">
              <a:buNone/>
            </a:pPr>
            <a:r>
              <a:rPr lang="en-US" sz="1000" b="1" dirty="0"/>
              <a:t>Step 3</a:t>
            </a:r>
            <a:r>
              <a:rPr lang="en-US" sz="1000" dirty="0"/>
              <a:t>: Create a vector field from the gradients of this landscape in the x and y directions:</a:t>
            </a:r>
          </a:p>
          <a:p>
            <a:pPr marL="0" indent="0">
              <a:buNone/>
            </a:pPr>
            <a:r>
              <a:rPr lang="pt-BR" sz="1000" dirty="0"/>
              <a:t>Vx = gradient(Z,h1 = sp, h2 = sp)$X</a:t>
            </a:r>
          </a:p>
          <a:p>
            <a:pPr marL="0" indent="0">
              <a:buNone/>
            </a:pPr>
            <a:r>
              <a:rPr lang="pt-BR" sz="1000" dirty="0"/>
              <a:t>Vy = gradient(Z,h1 = sp, h2 = sp)$Y</a:t>
            </a:r>
            <a:endParaRPr lang="en-US" sz="1000" dirty="0"/>
          </a:p>
          <a:p>
            <a:pPr marL="0" indent="0">
              <a:buNone/>
            </a:pPr>
            <a:r>
              <a:rPr lang="en-US" sz="1000" b="1" dirty="0"/>
              <a:t>Step 4</a:t>
            </a:r>
            <a:r>
              <a:rPr lang="en-US" sz="1000" dirty="0"/>
              <a:t>: </a:t>
            </a:r>
            <a:r>
              <a:rPr lang="en-US" sz="1000" dirty="0" err="1"/>
              <a:t>Visualise</a:t>
            </a:r>
            <a:r>
              <a:rPr lang="en-US" sz="1000" dirty="0"/>
              <a:t> the vector field using </a:t>
            </a:r>
            <a:r>
              <a:rPr lang="en-US" sz="1000" dirty="0" err="1"/>
              <a:t>ggplot</a:t>
            </a:r>
            <a:r>
              <a:rPr lang="en-US" sz="1000" dirty="0"/>
              <a:t>, and </a:t>
            </a:r>
            <a:r>
              <a:rPr lang="en-US" sz="1000" dirty="0" err="1"/>
              <a:t>geom_quiver</a:t>
            </a:r>
            <a:r>
              <a:rPr lang="en-US" sz="1000" dirty="0"/>
              <a:t>() from the </a:t>
            </a:r>
            <a:r>
              <a:rPr lang="en-US" sz="1000" i="1" dirty="0" err="1"/>
              <a:t>ggquiver</a:t>
            </a:r>
            <a:r>
              <a:rPr lang="en-US" sz="1000" i="1" dirty="0"/>
              <a:t> </a:t>
            </a:r>
            <a:r>
              <a:rPr lang="en-US" sz="1000" dirty="0"/>
              <a:t>library (hint: you will need to think about how to reshape the data into an appropriate form for </a:t>
            </a:r>
            <a:r>
              <a:rPr lang="en-US" sz="1000" dirty="0" err="1"/>
              <a:t>ggplot</a:t>
            </a:r>
            <a:r>
              <a:rPr lang="en-US" sz="1000" dirty="0"/>
              <a:t>). </a:t>
            </a:r>
          </a:p>
        </p:txBody>
      </p:sp>
      <p:pic>
        <p:nvPicPr>
          <p:cNvPr id="3" name="Picture 2">
            <a:extLst>
              <a:ext uri="{FF2B5EF4-FFF2-40B4-BE49-F238E27FC236}">
                <a16:creationId xmlns:a16="http://schemas.microsoft.com/office/drawing/2014/main" id="{B8D142C4-D9BC-2E5C-2B1B-CE1B43F0EA17}"/>
              </a:ext>
            </a:extLst>
          </p:cNvPr>
          <p:cNvPicPr>
            <a:picLocks noChangeAspect="1"/>
          </p:cNvPicPr>
          <p:nvPr/>
        </p:nvPicPr>
        <p:blipFill>
          <a:blip r:embed="rId2"/>
          <a:stretch>
            <a:fillRect/>
          </a:stretch>
        </p:blipFill>
        <p:spPr>
          <a:xfrm>
            <a:off x="9051946" y="1800000"/>
            <a:ext cx="2109244" cy="3066086"/>
          </a:xfrm>
          <a:prstGeom prst="rect">
            <a:avLst/>
          </a:prstGeom>
        </p:spPr>
      </p:pic>
      <p:sp>
        <p:nvSpPr>
          <p:cNvPr id="4" name="TextBox 3">
            <a:extLst>
              <a:ext uri="{FF2B5EF4-FFF2-40B4-BE49-F238E27FC236}">
                <a16:creationId xmlns:a16="http://schemas.microsoft.com/office/drawing/2014/main" id="{539A9F03-C693-BC1D-7775-B2CA996F470E}"/>
              </a:ext>
            </a:extLst>
          </p:cNvPr>
          <p:cNvSpPr txBox="1"/>
          <p:nvPr/>
        </p:nvSpPr>
        <p:spPr>
          <a:xfrm>
            <a:off x="8991365" y="4866086"/>
            <a:ext cx="2180488" cy="400110"/>
          </a:xfrm>
          <a:prstGeom prst="rect">
            <a:avLst/>
          </a:prstGeom>
          <a:noFill/>
        </p:spPr>
        <p:txBody>
          <a:bodyPr wrap="square" rtlCol="0">
            <a:spAutoFit/>
          </a:bodyPr>
          <a:lstStyle/>
          <a:p>
            <a:r>
              <a:rPr lang="en-US" sz="1000" dirty="0"/>
              <a:t>Note: this is not the complete vector field</a:t>
            </a:r>
            <a:endParaRPr lang="en-AU" sz="1000" dirty="0"/>
          </a:p>
        </p:txBody>
      </p:sp>
    </p:spTree>
    <p:extLst>
      <p:ext uri="{BB962C8B-B14F-4D97-AF65-F5344CB8AC3E}">
        <p14:creationId xmlns:p14="http://schemas.microsoft.com/office/powerpoint/2010/main" val="2812679239"/>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E8D7420-161E-797F-71EE-55B6E063CAD5}"/>
              </a:ext>
            </a:extLst>
          </p:cNvPr>
          <p:cNvPicPr>
            <a:picLocks noChangeAspect="1"/>
          </p:cNvPicPr>
          <p:nvPr/>
        </p:nvPicPr>
        <p:blipFill>
          <a:blip r:embed="rId2"/>
          <a:stretch>
            <a:fillRect/>
          </a:stretch>
        </p:blipFill>
        <p:spPr>
          <a:xfrm>
            <a:off x="9041283" y="1800000"/>
            <a:ext cx="2070603" cy="3066086"/>
          </a:xfrm>
          <a:prstGeom prst="rect">
            <a:avLst/>
          </a:prstGeom>
        </p:spPr>
      </p:pic>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p:txBody>
          <a:bodyPr/>
          <a:lstStyle/>
          <a:p>
            <a:r>
              <a:rPr lang="en-US" dirty="0"/>
              <a:t>Task 2: Streamline </a:t>
            </a:r>
            <a:r>
              <a:rPr lang="en-US" dirty="0" err="1"/>
              <a:t>visualisation</a:t>
            </a:r>
            <a:endParaRPr lang="en-AU" dirty="0"/>
          </a:p>
        </p:txBody>
      </p:sp>
      <p:sp>
        <p:nvSpPr>
          <p:cNvPr id="2" name="Content Placeholder 5">
            <a:extLst>
              <a:ext uri="{FF2B5EF4-FFF2-40B4-BE49-F238E27FC236}">
                <a16:creationId xmlns:a16="http://schemas.microsoft.com/office/drawing/2014/main" id="{85FEE618-5708-E53E-824C-8FADD3BEFE40}"/>
              </a:ext>
            </a:extLst>
          </p:cNvPr>
          <p:cNvSpPr txBox="1">
            <a:spLocks/>
          </p:cNvSpPr>
          <p:nvPr/>
        </p:nvSpPr>
        <p:spPr>
          <a:xfrm>
            <a:off x="468000" y="1463040"/>
            <a:ext cx="8264827" cy="429696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Integral vector field </a:t>
            </a:r>
            <a:r>
              <a:rPr lang="en-US" sz="1000" dirty="0" err="1"/>
              <a:t>visualisation</a:t>
            </a:r>
            <a:r>
              <a:rPr lang="en-US" sz="1000" dirty="0"/>
              <a:t> may also use glyphs, but they convey the integral (i.e., longer-term) </a:t>
            </a:r>
            <a:r>
              <a:rPr lang="en-US" sz="1000" dirty="0" err="1"/>
              <a:t>behaviour</a:t>
            </a:r>
            <a:r>
              <a:rPr lang="en-US" sz="1000" dirty="0"/>
              <a:t> of the field. </a:t>
            </a:r>
          </a:p>
          <a:p>
            <a:pPr marL="0" indent="0">
              <a:buFont typeface="Arial" panose="020B0604020202020204" pitchFamily="34" charset="0"/>
              <a:buNone/>
            </a:pPr>
            <a:r>
              <a:rPr lang="en-US" sz="1000" b="1" dirty="0"/>
              <a:t>Step 1</a:t>
            </a:r>
            <a:r>
              <a:rPr lang="en-US" sz="1000" dirty="0"/>
              <a:t>: Load the .RDS files </a:t>
            </a:r>
            <a:r>
              <a:rPr lang="en-US" sz="1000" dirty="0" err="1"/>
              <a:t>Vx.RDS</a:t>
            </a:r>
            <a:r>
              <a:rPr lang="en-US" sz="1000" dirty="0"/>
              <a:t> and </a:t>
            </a:r>
            <a:r>
              <a:rPr lang="en-US" sz="1000" dirty="0" err="1"/>
              <a:t>Vy.RDS</a:t>
            </a:r>
            <a:r>
              <a:rPr lang="en-US" sz="1000" dirty="0"/>
              <a:t> (from Canvas). These contain (respectively) the x and y velocities for a 2D vector field of size 400x400. </a:t>
            </a:r>
          </a:p>
          <a:p>
            <a:pPr marL="0" indent="0">
              <a:buFont typeface="Arial" panose="020B0604020202020204" pitchFamily="34" charset="0"/>
              <a:buNone/>
            </a:pPr>
            <a:r>
              <a:rPr lang="en-US" sz="1000" b="1" dirty="0"/>
              <a:t>Step 2</a:t>
            </a:r>
            <a:r>
              <a:rPr lang="en-US" sz="1000" dirty="0"/>
              <a:t>: </a:t>
            </a:r>
            <a:r>
              <a:rPr lang="en-US" sz="1000" dirty="0" err="1"/>
              <a:t>Visualise</a:t>
            </a:r>
            <a:r>
              <a:rPr lang="en-US" sz="1000" dirty="0"/>
              <a:t> the field using streamlines with regularly spaced start positions. </a:t>
            </a:r>
          </a:p>
          <a:p>
            <a:r>
              <a:rPr lang="en-US" sz="1000" dirty="0"/>
              <a:t>Define a suitable grid </a:t>
            </a:r>
          </a:p>
          <a:p>
            <a:r>
              <a:rPr lang="en-US" sz="1000" dirty="0"/>
              <a:t>Choose a set of regularly spaced seed points for streamlines (points in the grid to </a:t>
            </a:r>
            <a:r>
              <a:rPr lang="en-US" sz="1000" dirty="0" err="1"/>
              <a:t>initialise</a:t>
            </a:r>
            <a:r>
              <a:rPr lang="en-US" sz="1000" dirty="0"/>
              <a:t> streamlines)</a:t>
            </a:r>
          </a:p>
          <a:p>
            <a:r>
              <a:rPr lang="en-US" sz="1000" dirty="0"/>
              <a:t>Create streamlines starting from these positions, by following the vector field, i.e.</a:t>
            </a:r>
          </a:p>
          <a:p>
            <a:pPr lvl="1"/>
            <a:r>
              <a:rPr lang="en-US" sz="1000" dirty="0"/>
              <a:t>Starting from a seed point, corresponding to an initial (</a:t>
            </a:r>
            <a:r>
              <a:rPr lang="en-US" sz="1000" dirty="0" err="1"/>
              <a:t>x,y</a:t>
            </a:r>
            <a:r>
              <a:rPr lang="en-US" sz="1000" dirty="0"/>
              <a:t>) pair, get the corresponding velocity (from Vx and </a:t>
            </a:r>
            <a:r>
              <a:rPr lang="en-US" sz="1000" dirty="0" err="1"/>
              <a:t>Vy</a:t>
            </a:r>
            <a:r>
              <a:rPr lang="en-US" sz="1000" dirty="0"/>
              <a:t>). </a:t>
            </a:r>
          </a:p>
          <a:p>
            <a:pPr lvl="1"/>
            <a:r>
              <a:rPr lang="en-US" sz="1000" dirty="0"/>
              <a:t>Use this velocity to compute steps dx and </a:t>
            </a:r>
            <a:r>
              <a:rPr lang="en-US" sz="1000" dirty="0" err="1"/>
              <a:t>dy</a:t>
            </a:r>
            <a:r>
              <a:rPr lang="en-US" sz="1000" dirty="0"/>
              <a:t>, and follow the vector field (e.g. update x and y locations after taking a step (</a:t>
            </a:r>
            <a:r>
              <a:rPr lang="en-US" sz="1000" dirty="0" err="1"/>
              <a:t>dx,dy</a:t>
            </a:r>
            <a:r>
              <a:rPr lang="en-US" sz="1000" dirty="0"/>
              <a:t>): x &lt;- x + dx, y &lt;- y + </a:t>
            </a:r>
            <a:r>
              <a:rPr lang="en-US" sz="1000" dirty="0" err="1"/>
              <a:t>dy</a:t>
            </a:r>
            <a:r>
              <a:rPr lang="en-US" sz="1000" dirty="0"/>
              <a:t>)</a:t>
            </a:r>
          </a:p>
          <a:p>
            <a:pPr lvl="2"/>
            <a:r>
              <a:rPr lang="en-US" sz="1000" dirty="0"/>
              <a:t>You can use Vx and </a:t>
            </a:r>
            <a:r>
              <a:rPr lang="en-US" sz="1000" dirty="0" err="1"/>
              <a:t>Vy</a:t>
            </a:r>
            <a:r>
              <a:rPr lang="en-US" sz="1000" dirty="0"/>
              <a:t> directly as steps (e.g. dx = Vx[x location, y location], however for smooth streamlines, you may wish to scale the velocity when computing steps; dx = h*Vx[x location, y location], 0&lt;h&lt;1)</a:t>
            </a:r>
          </a:p>
          <a:p>
            <a:pPr lvl="1"/>
            <a:r>
              <a:rPr lang="en-US" sz="1000" dirty="0"/>
              <a:t>Take some appropriately chosen number of steps along the streamline/following the vector field (repeating the above process)</a:t>
            </a:r>
          </a:p>
          <a:p>
            <a:pPr lvl="1"/>
            <a:r>
              <a:rPr lang="en-US" sz="1000" dirty="0"/>
              <a:t>Record which have been ‘visited’ by a streamline to build the image</a:t>
            </a:r>
          </a:p>
          <a:p>
            <a:pPr lvl="1"/>
            <a:r>
              <a:rPr lang="en-US" sz="1000" dirty="0"/>
              <a:t>Repeat for all seed points</a:t>
            </a:r>
          </a:p>
          <a:p>
            <a:pPr marL="0" indent="0">
              <a:buNone/>
            </a:pPr>
            <a:r>
              <a:rPr lang="en-US" sz="1000" dirty="0"/>
              <a:t>Note: You will need to work out how to handle the boundaries of your grid (when/how to stop computing streamlines so you do not leave the grid)</a:t>
            </a:r>
          </a:p>
          <a:p>
            <a:pPr lvl="2"/>
            <a:endParaRPr lang="en-US" sz="200" dirty="0"/>
          </a:p>
          <a:p>
            <a:pPr marL="0" indent="0">
              <a:buFont typeface="Arial" panose="020B0604020202020204" pitchFamily="34" charset="0"/>
              <a:buNone/>
            </a:pPr>
            <a:r>
              <a:rPr lang="en-US" sz="1000" b="1" dirty="0"/>
              <a:t>Step 3</a:t>
            </a:r>
            <a:r>
              <a:rPr lang="en-US" sz="1000" dirty="0"/>
              <a:t>: Choose different numbers of streamlines, different placements, and different number of steps per streamline, to improve the visual appeal and clarity of the streamlines.</a:t>
            </a:r>
          </a:p>
          <a:p>
            <a:pPr marL="0" indent="0">
              <a:buFont typeface="Arial" panose="020B0604020202020204" pitchFamily="34" charset="0"/>
              <a:buNone/>
            </a:pPr>
            <a:r>
              <a:rPr lang="en-US" sz="1000" dirty="0"/>
              <a:t>Not: Similar results can be achieved in MATLAB using the </a:t>
            </a:r>
            <a:r>
              <a:rPr lang="en-US" sz="1000" i="1" dirty="0"/>
              <a:t>stream2()</a:t>
            </a:r>
            <a:r>
              <a:rPr lang="en-US" sz="1000" dirty="0"/>
              <a:t> and/or </a:t>
            </a:r>
            <a:r>
              <a:rPr lang="en-US" sz="1000" i="1" dirty="0"/>
              <a:t>streamline()</a:t>
            </a:r>
            <a:r>
              <a:rPr lang="en-US" sz="1000" dirty="0"/>
              <a:t> functions. This task must be completed in R. </a:t>
            </a:r>
          </a:p>
          <a:p>
            <a:pPr marL="0" indent="0">
              <a:buFont typeface="Arial" panose="020B0604020202020204" pitchFamily="34" charset="0"/>
              <a:buNone/>
            </a:pPr>
            <a:r>
              <a:rPr lang="en-US" sz="1000" dirty="0"/>
              <a:t>Hint: better results are obtained if streamlines are drawn in both directions, i.e., following the velocity field both forwards and backwards from the seed point.</a:t>
            </a:r>
          </a:p>
        </p:txBody>
      </p:sp>
      <p:sp>
        <p:nvSpPr>
          <p:cNvPr id="7" name="TextBox 6">
            <a:extLst>
              <a:ext uri="{FF2B5EF4-FFF2-40B4-BE49-F238E27FC236}">
                <a16:creationId xmlns:a16="http://schemas.microsoft.com/office/drawing/2014/main" id="{4190E7A3-C978-7587-2339-670881B08E57}"/>
              </a:ext>
            </a:extLst>
          </p:cNvPr>
          <p:cNvSpPr txBox="1"/>
          <p:nvPr/>
        </p:nvSpPr>
        <p:spPr>
          <a:xfrm>
            <a:off x="8991365" y="4866086"/>
            <a:ext cx="2180488" cy="400110"/>
          </a:xfrm>
          <a:prstGeom prst="rect">
            <a:avLst/>
          </a:prstGeom>
          <a:noFill/>
        </p:spPr>
        <p:txBody>
          <a:bodyPr wrap="square" rtlCol="0">
            <a:spAutoFit/>
          </a:bodyPr>
          <a:lstStyle/>
          <a:p>
            <a:r>
              <a:rPr lang="en-US" sz="1000" dirty="0"/>
              <a:t>Note: this is not the complete vector field</a:t>
            </a:r>
            <a:endParaRPr lang="en-AU" sz="1000" dirty="0"/>
          </a:p>
        </p:txBody>
      </p:sp>
    </p:spTree>
    <p:extLst>
      <p:ext uri="{BB962C8B-B14F-4D97-AF65-F5344CB8AC3E}">
        <p14:creationId xmlns:p14="http://schemas.microsoft.com/office/powerpoint/2010/main" val="1133625181"/>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p:txBody>
          <a:bodyPr/>
          <a:lstStyle/>
          <a:p>
            <a:r>
              <a:rPr lang="en-US" dirty="0"/>
              <a:t>Task 3: Line Integral Convolution</a:t>
            </a:r>
            <a:endParaRPr lang="en-AU" dirty="0"/>
          </a:p>
        </p:txBody>
      </p:sp>
      <p:sp>
        <p:nvSpPr>
          <p:cNvPr id="2" name="Content Placeholder 5">
            <a:extLst>
              <a:ext uri="{FF2B5EF4-FFF2-40B4-BE49-F238E27FC236}">
                <a16:creationId xmlns:a16="http://schemas.microsoft.com/office/drawing/2014/main" id="{85FEE618-5708-E53E-824C-8FADD3BEFE40}"/>
              </a:ext>
            </a:extLst>
          </p:cNvPr>
          <p:cNvSpPr txBox="1">
            <a:spLocks/>
          </p:cNvSpPr>
          <p:nvPr/>
        </p:nvSpPr>
        <p:spPr>
          <a:xfrm>
            <a:off x="468000" y="1800000"/>
            <a:ext cx="8228005" cy="396000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dirty="0"/>
              <a:t>Line integral convolution (LIC) is another integral-based method of visualizing vector fields, by convoluting random data fields. It can produce clear </a:t>
            </a:r>
            <a:r>
              <a:rPr lang="en-US" sz="1000" dirty="0" err="1"/>
              <a:t>visualisations</a:t>
            </a:r>
            <a:r>
              <a:rPr lang="en-US" sz="1000" dirty="0"/>
              <a:t> of complex vector fields without visual clutter. </a:t>
            </a:r>
          </a:p>
          <a:p>
            <a:pPr marL="0" indent="0">
              <a:buFont typeface="Arial" panose="020B0604020202020204" pitchFamily="34" charset="0"/>
              <a:buNone/>
            </a:pPr>
            <a:r>
              <a:rPr lang="en-US" sz="1000" dirty="0"/>
              <a:t>We can think of the streamlines we constructed in the previous task as representing line integrals over a vector field. To perform LIC, we start with a random data field (white noise, e.g. a grid with elements generated by </a:t>
            </a:r>
            <a:r>
              <a:rPr lang="en-US" sz="1000" i="1" dirty="0" err="1"/>
              <a:t>runif</a:t>
            </a:r>
            <a:r>
              <a:rPr lang="en-US" sz="1000" i="1" dirty="0"/>
              <a:t>()</a:t>
            </a:r>
            <a:r>
              <a:rPr lang="en-US" sz="1000" dirty="0"/>
              <a:t>). We then move along each streamline, accumulating these random data values. </a:t>
            </a:r>
          </a:p>
          <a:p>
            <a:pPr marL="0" indent="0">
              <a:buFont typeface="Arial" panose="020B0604020202020204" pitchFamily="34" charset="0"/>
              <a:buNone/>
            </a:pPr>
            <a:r>
              <a:rPr lang="en-US" sz="1000" b="1" dirty="0"/>
              <a:t>Step 1</a:t>
            </a:r>
            <a:r>
              <a:rPr lang="en-US" sz="1000" dirty="0"/>
              <a:t>: Create a grid (e.g.):</a:t>
            </a:r>
          </a:p>
          <a:p>
            <a:pPr marL="0" indent="0">
              <a:buFont typeface="Arial" panose="020B0604020202020204" pitchFamily="34" charset="0"/>
              <a:buNone/>
            </a:pPr>
            <a:r>
              <a:rPr lang="en-US" sz="1000" dirty="0" err="1"/>
              <a:t>x_points</a:t>
            </a:r>
            <a:r>
              <a:rPr lang="en-US" sz="1000" dirty="0"/>
              <a:t> = seq(1,400, by = 1)</a:t>
            </a:r>
          </a:p>
          <a:p>
            <a:pPr marL="0" indent="0">
              <a:buFont typeface="Arial" panose="020B0604020202020204" pitchFamily="34" charset="0"/>
              <a:buNone/>
            </a:pPr>
            <a:r>
              <a:rPr lang="en-US" sz="1000" dirty="0" err="1"/>
              <a:t>y_points</a:t>
            </a:r>
            <a:r>
              <a:rPr lang="en-US" sz="1000" dirty="0"/>
              <a:t> = seq(1,400, by = 1)</a:t>
            </a:r>
          </a:p>
          <a:p>
            <a:pPr marL="0" indent="0">
              <a:buFont typeface="Arial" panose="020B0604020202020204" pitchFamily="34" charset="0"/>
              <a:buNone/>
            </a:pPr>
            <a:r>
              <a:rPr lang="en-US" sz="1000" dirty="0"/>
              <a:t>X = matrix(</a:t>
            </a:r>
            <a:r>
              <a:rPr lang="en-US" sz="1000" dirty="0" err="1"/>
              <a:t>x_points</a:t>
            </a:r>
            <a:r>
              <a:rPr lang="en-US" sz="1000" dirty="0"/>
              <a:t>, </a:t>
            </a:r>
            <a:r>
              <a:rPr lang="en-US" sz="1000" dirty="0" err="1"/>
              <a:t>ncol</a:t>
            </a:r>
            <a:r>
              <a:rPr lang="en-US" sz="1000" dirty="0"/>
              <a:t> = length(</a:t>
            </a:r>
            <a:r>
              <a:rPr lang="en-US" sz="1000" dirty="0" err="1"/>
              <a:t>y_points</a:t>
            </a:r>
            <a:r>
              <a:rPr lang="en-US" sz="1000" dirty="0"/>
              <a:t>), </a:t>
            </a:r>
            <a:r>
              <a:rPr lang="en-US" sz="1000" dirty="0" err="1"/>
              <a:t>nrow</a:t>
            </a:r>
            <a:r>
              <a:rPr lang="en-US" sz="1000" dirty="0"/>
              <a:t> = length(</a:t>
            </a:r>
            <a:r>
              <a:rPr lang="en-US" sz="1000" dirty="0" err="1"/>
              <a:t>x_points</a:t>
            </a:r>
            <a:r>
              <a:rPr lang="en-US" sz="1000" dirty="0"/>
              <a:t>),</a:t>
            </a:r>
            <a:r>
              <a:rPr lang="en-US" sz="1000" dirty="0" err="1"/>
              <a:t>byrow</a:t>
            </a:r>
            <a:r>
              <a:rPr lang="en-US" sz="1000" dirty="0"/>
              <a:t>=FALSE)</a:t>
            </a:r>
          </a:p>
          <a:p>
            <a:pPr marL="0" indent="0">
              <a:buFont typeface="Arial" panose="020B0604020202020204" pitchFamily="34" charset="0"/>
              <a:buNone/>
            </a:pPr>
            <a:r>
              <a:rPr lang="en-US" sz="1000" dirty="0"/>
              <a:t>Y = matrix(</a:t>
            </a:r>
            <a:r>
              <a:rPr lang="en-US" sz="1000" dirty="0" err="1"/>
              <a:t>y_points</a:t>
            </a:r>
            <a:r>
              <a:rPr lang="en-US" sz="1000" dirty="0"/>
              <a:t>, </a:t>
            </a:r>
            <a:r>
              <a:rPr lang="en-US" sz="1000" dirty="0" err="1"/>
              <a:t>ncol</a:t>
            </a:r>
            <a:r>
              <a:rPr lang="en-US" sz="1000" dirty="0"/>
              <a:t> = length(</a:t>
            </a:r>
            <a:r>
              <a:rPr lang="en-US" sz="1000" dirty="0" err="1"/>
              <a:t>y_points</a:t>
            </a:r>
            <a:r>
              <a:rPr lang="en-US" sz="1000" dirty="0"/>
              <a:t>), </a:t>
            </a:r>
            <a:r>
              <a:rPr lang="en-US" sz="1000" dirty="0" err="1"/>
              <a:t>nrow</a:t>
            </a:r>
            <a:r>
              <a:rPr lang="en-US" sz="1000" dirty="0"/>
              <a:t> = length(</a:t>
            </a:r>
            <a:r>
              <a:rPr lang="en-US" sz="1000" dirty="0" err="1"/>
              <a:t>x_points</a:t>
            </a:r>
            <a:r>
              <a:rPr lang="en-US" sz="1000" dirty="0"/>
              <a:t>),</a:t>
            </a:r>
            <a:r>
              <a:rPr lang="en-US" sz="1000" dirty="0" err="1"/>
              <a:t>byrow</a:t>
            </a:r>
            <a:r>
              <a:rPr lang="en-US" sz="1000" dirty="0"/>
              <a:t>=TRUE)</a:t>
            </a:r>
          </a:p>
          <a:p>
            <a:pPr marL="0" indent="0">
              <a:buFont typeface="Arial" panose="020B0604020202020204" pitchFamily="34" charset="0"/>
              <a:buNone/>
            </a:pPr>
            <a:r>
              <a:rPr lang="en-US" sz="1000" b="1" dirty="0"/>
              <a:t>Step 2</a:t>
            </a:r>
            <a:r>
              <a:rPr lang="en-US" sz="1000" dirty="0"/>
              <a:t>: Construct the following velocity field:</a:t>
            </a:r>
          </a:p>
          <a:p>
            <a:pPr marL="0" indent="0">
              <a:buFont typeface="Arial" panose="020B0604020202020204" pitchFamily="34" charset="0"/>
              <a:buNone/>
            </a:pPr>
            <a:r>
              <a:rPr lang="es-ES" sz="1000" dirty="0" err="1"/>
              <a:t>Vx</a:t>
            </a:r>
            <a:r>
              <a:rPr lang="es-ES" sz="1000" dirty="0"/>
              <a:t> = X*(-Y + 200 - X)</a:t>
            </a:r>
          </a:p>
          <a:p>
            <a:pPr marL="0" indent="0">
              <a:buFont typeface="Arial" panose="020B0604020202020204" pitchFamily="34" charset="0"/>
              <a:buNone/>
            </a:pPr>
            <a:r>
              <a:rPr lang="es-ES" sz="1000" dirty="0" err="1"/>
              <a:t>Vy</a:t>
            </a:r>
            <a:r>
              <a:rPr lang="es-ES" sz="1000" dirty="0"/>
              <a:t> = Y*(X + 200 - Y)</a:t>
            </a:r>
          </a:p>
          <a:p>
            <a:pPr marL="0" indent="0">
              <a:buFont typeface="Arial" panose="020B0604020202020204" pitchFamily="34" charset="0"/>
              <a:buNone/>
            </a:pPr>
            <a:r>
              <a:rPr lang="en-US" sz="1000" b="1" dirty="0"/>
              <a:t>Step 3</a:t>
            </a:r>
            <a:r>
              <a:rPr lang="en-US" sz="1000" dirty="0"/>
              <a:t>: Compute streamlines (Choose the length of the integration, and the </a:t>
            </a:r>
            <a:r>
              <a:rPr lang="en-US" sz="1000" dirty="0" err="1"/>
              <a:t>stepsize</a:t>
            </a:r>
            <a:r>
              <a:rPr lang="en-US" sz="1000" dirty="0"/>
              <a:t>, carefully)</a:t>
            </a:r>
          </a:p>
          <a:p>
            <a:r>
              <a:rPr lang="en-US" sz="1000" dirty="0"/>
              <a:t>For LIC all points in the grid should be seed points for streamlines – this can be computationally expensive; however, each individual streamline does not need to be as long as the streamlines in Task 2 to get a reasonable quality LIC image. </a:t>
            </a:r>
          </a:p>
          <a:p>
            <a:r>
              <a:rPr lang="en-US" sz="1000" dirty="0"/>
              <a:t>You are encouraged to reuse your code from Task 2 to compute the streamlines. If you were not able to compute streamlines in Task 2, you may wish to use stream2() in MATLAB (and then save the results in a format that you can work with in R).  </a:t>
            </a:r>
          </a:p>
        </p:txBody>
      </p:sp>
      <p:sp>
        <p:nvSpPr>
          <p:cNvPr id="6" name="TextBox 5">
            <a:extLst>
              <a:ext uri="{FF2B5EF4-FFF2-40B4-BE49-F238E27FC236}">
                <a16:creationId xmlns:a16="http://schemas.microsoft.com/office/drawing/2014/main" id="{A2C683E1-F9EF-D4FF-7313-1971729CD1C3}"/>
              </a:ext>
            </a:extLst>
          </p:cNvPr>
          <p:cNvSpPr txBox="1"/>
          <p:nvPr/>
        </p:nvSpPr>
        <p:spPr>
          <a:xfrm>
            <a:off x="10020487" y="4695810"/>
            <a:ext cx="1578865" cy="400110"/>
          </a:xfrm>
          <a:prstGeom prst="rect">
            <a:avLst/>
          </a:prstGeom>
          <a:noFill/>
        </p:spPr>
        <p:txBody>
          <a:bodyPr wrap="square" rtlCol="0">
            <a:spAutoFit/>
          </a:bodyPr>
          <a:lstStyle/>
          <a:p>
            <a:r>
              <a:rPr lang="en-US" sz="1000" dirty="0"/>
              <a:t>Note: this is not the complete vector field</a:t>
            </a:r>
            <a:endParaRPr lang="en-AU" sz="1000" dirty="0"/>
          </a:p>
        </p:txBody>
      </p:sp>
      <p:pic>
        <p:nvPicPr>
          <p:cNvPr id="13" name="Picture 12">
            <a:extLst>
              <a:ext uri="{FF2B5EF4-FFF2-40B4-BE49-F238E27FC236}">
                <a16:creationId xmlns:a16="http://schemas.microsoft.com/office/drawing/2014/main" id="{AF40CC59-760F-C8E9-D538-9EAACE715130}"/>
              </a:ext>
            </a:extLst>
          </p:cNvPr>
          <p:cNvPicPr>
            <a:picLocks noChangeAspect="1"/>
          </p:cNvPicPr>
          <p:nvPr/>
        </p:nvPicPr>
        <p:blipFill>
          <a:blip r:embed="rId2"/>
          <a:stretch>
            <a:fillRect/>
          </a:stretch>
        </p:blipFill>
        <p:spPr>
          <a:xfrm>
            <a:off x="9817928" y="875089"/>
            <a:ext cx="1781424" cy="3705742"/>
          </a:xfrm>
          <a:prstGeom prst="rect">
            <a:avLst/>
          </a:prstGeom>
        </p:spPr>
      </p:pic>
    </p:spTree>
    <p:extLst>
      <p:ext uri="{BB962C8B-B14F-4D97-AF65-F5344CB8AC3E}">
        <p14:creationId xmlns:p14="http://schemas.microsoft.com/office/powerpoint/2010/main" val="690724369"/>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p:txBody>
          <a:bodyPr/>
          <a:lstStyle/>
          <a:p>
            <a:r>
              <a:rPr lang="en-US" dirty="0"/>
              <a:t>Task 3: Line Integral Convolution</a:t>
            </a:r>
            <a:endParaRPr lang="en-AU" dirty="0"/>
          </a:p>
        </p:txBody>
      </p:sp>
      <p:sp>
        <p:nvSpPr>
          <p:cNvPr id="2" name="Content Placeholder 5">
            <a:extLst>
              <a:ext uri="{FF2B5EF4-FFF2-40B4-BE49-F238E27FC236}">
                <a16:creationId xmlns:a16="http://schemas.microsoft.com/office/drawing/2014/main" id="{85FEE618-5708-E53E-824C-8FADD3BEFE40}"/>
              </a:ext>
            </a:extLst>
          </p:cNvPr>
          <p:cNvSpPr txBox="1">
            <a:spLocks/>
          </p:cNvSpPr>
          <p:nvPr/>
        </p:nvSpPr>
        <p:spPr>
          <a:xfrm>
            <a:off x="468000" y="1800000"/>
            <a:ext cx="8228005" cy="396000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b="1" dirty="0"/>
              <a:t>Step 4</a:t>
            </a:r>
            <a:r>
              <a:rPr lang="en-US" sz="1000" dirty="0"/>
              <a:t>: For each grid point, travel along the streamline, accumulating all the values of the random data as you go. The following is pseudocode only, and will not run:</a:t>
            </a:r>
          </a:p>
          <a:p>
            <a:pPr marL="0" indent="0">
              <a:buFont typeface="Arial" panose="020B0604020202020204" pitchFamily="34" charset="0"/>
              <a:buNone/>
            </a:pPr>
            <a:r>
              <a:rPr lang="en-US" sz="1000" dirty="0"/>
              <a:t>LIC &lt;- matrix(0, </a:t>
            </a:r>
            <a:r>
              <a:rPr lang="en-US" sz="1000" dirty="0" err="1"/>
              <a:t>nrow</a:t>
            </a:r>
            <a:r>
              <a:rPr lang="en-US" sz="1000" dirty="0"/>
              <a:t> = </a:t>
            </a:r>
            <a:r>
              <a:rPr lang="en-US" sz="1000" dirty="0" err="1"/>
              <a:t>nrow</a:t>
            </a:r>
            <a:r>
              <a:rPr lang="en-US" sz="1000" dirty="0"/>
              <a:t>(X), </a:t>
            </a:r>
            <a:r>
              <a:rPr lang="en-US" sz="1000" dirty="0" err="1"/>
              <a:t>ncol</a:t>
            </a:r>
            <a:r>
              <a:rPr lang="en-US" sz="1000" dirty="0"/>
              <a:t> = </a:t>
            </a:r>
            <a:r>
              <a:rPr lang="en-US" sz="1000" dirty="0" err="1"/>
              <a:t>ncol</a:t>
            </a:r>
            <a:r>
              <a:rPr lang="en-US" sz="1000" dirty="0"/>
              <a:t>(X))</a:t>
            </a:r>
          </a:p>
          <a:p>
            <a:pPr marL="0" indent="0">
              <a:buFont typeface="Arial" panose="020B0604020202020204" pitchFamily="34" charset="0"/>
              <a:buNone/>
            </a:pPr>
            <a:r>
              <a:rPr lang="en-US" sz="1000" dirty="0"/>
              <a:t>for (&lt;each </a:t>
            </a:r>
            <a:r>
              <a:rPr lang="en-US" sz="1000" dirty="0" err="1"/>
              <a:t>Steamline</a:t>
            </a:r>
            <a:r>
              <a:rPr lang="en-US" sz="1000" dirty="0"/>
              <a:t>&gt;) {</a:t>
            </a:r>
          </a:p>
          <a:p>
            <a:pPr marL="0" indent="0">
              <a:buFont typeface="Arial" panose="020B0604020202020204" pitchFamily="34" charset="0"/>
              <a:buNone/>
            </a:pPr>
            <a:r>
              <a:rPr lang="en-US" sz="1000" dirty="0"/>
              <a:t>     </a:t>
            </a:r>
            <a:r>
              <a:rPr lang="en-US" sz="1000" dirty="0" err="1"/>
              <a:t>xi,yi</a:t>
            </a:r>
            <a:r>
              <a:rPr lang="en-US" sz="1000" dirty="0"/>
              <a:t>: &lt;(</a:t>
            </a:r>
            <a:r>
              <a:rPr lang="en-US" sz="1000" dirty="0" err="1"/>
              <a:t>x,y</a:t>
            </a:r>
            <a:r>
              <a:rPr lang="en-US" sz="1000" dirty="0"/>
              <a:t>) pair of streamline </a:t>
            </a:r>
            <a:r>
              <a:rPr lang="en-US" sz="1000" dirty="0" err="1"/>
              <a:t>seedpoints</a:t>
            </a:r>
            <a:r>
              <a:rPr lang="en-US" sz="1000" dirty="0"/>
              <a:t>&gt; </a:t>
            </a:r>
          </a:p>
          <a:p>
            <a:pPr marL="0" indent="0">
              <a:buFont typeface="Arial" panose="020B0604020202020204" pitchFamily="34" charset="0"/>
              <a:buNone/>
            </a:pPr>
            <a:r>
              <a:rPr lang="en-US" sz="1000" dirty="0"/>
              <a:t>     for (&lt;each point along streamline&gt;) {</a:t>
            </a:r>
          </a:p>
          <a:p>
            <a:pPr marL="0" indent="0">
              <a:buFont typeface="Arial" panose="020B0604020202020204" pitchFamily="34" charset="0"/>
              <a:buNone/>
            </a:pPr>
            <a:r>
              <a:rPr lang="en-US" sz="1000" dirty="0"/>
              <a:t>         #over each point in the streamline, accumulate the random value </a:t>
            </a:r>
          </a:p>
          <a:p>
            <a:pPr marL="0" indent="0">
              <a:buFont typeface="Arial" panose="020B0604020202020204" pitchFamily="34" charset="0"/>
              <a:buNone/>
            </a:pPr>
            <a:r>
              <a:rPr lang="en-US" sz="1000" dirty="0"/>
              <a:t>         LIC[</a:t>
            </a:r>
            <a:r>
              <a:rPr lang="en-US" sz="1000" dirty="0" err="1"/>
              <a:t>xi,yi</a:t>
            </a:r>
            <a:r>
              <a:rPr lang="en-US" sz="1000" dirty="0"/>
              <a:t>] &lt;- LIC [</a:t>
            </a:r>
            <a:r>
              <a:rPr lang="en-US" sz="1000" dirty="0" err="1"/>
              <a:t>xi,yi</a:t>
            </a:r>
            <a:r>
              <a:rPr lang="en-US" sz="1000" dirty="0"/>
              <a:t>] + </a:t>
            </a:r>
            <a:r>
              <a:rPr lang="en-US" sz="1000" dirty="0" err="1"/>
              <a:t>RandomTexture</a:t>
            </a:r>
            <a:r>
              <a:rPr lang="en-US" sz="1000" dirty="0"/>
              <a:t>[&lt;closest x to current point along streamline&gt;,&lt;closest y to current point along streamline&gt;]</a:t>
            </a:r>
          </a:p>
          <a:p>
            <a:pPr marL="0" indent="0">
              <a:buFont typeface="Arial" panose="020B0604020202020204" pitchFamily="34" charset="0"/>
              <a:buNone/>
            </a:pPr>
            <a:r>
              <a:rPr lang="en-US" sz="1000" dirty="0"/>
              <a:t>      }</a:t>
            </a:r>
          </a:p>
          <a:p>
            <a:pPr marL="0" indent="0">
              <a:buFont typeface="Arial" panose="020B0604020202020204" pitchFamily="34" charset="0"/>
              <a:buNone/>
            </a:pPr>
            <a:r>
              <a:rPr lang="en-US" sz="1000" dirty="0"/>
              <a:t>}</a:t>
            </a:r>
          </a:p>
          <a:p>
            <a:pPr marL="0" indent="0">
              <a:buNone/>
            </a:pPr>
            <a:r>
              <a:rPr lang="en-US" sz="1000" b="1" dirty="0"/>
              <a:t>Step 5</a:t>
            </a:r>
            <a:r>
              <a:rPr lang="en-US" sz="1000" dirty="0"/>
              <a:t>: </a:t>
            </a:r>
            <a:r>
              <a:rPr lang="en-US" sz="1000" dirty="0" err="1"/>
              <a:t>Visualise</a:t>
            </a:r>
            <a:r>
              <a:rPr lang="en-US" sz="1000" dirty="0"/>
              <a:t> the LIC using a function such as </a:t>
            </a:r>
            <a:r>
              <a:rPr lang="en-US" sz="1000" i="1" dirty="0"/>
              <a:t>heatmap </a:t>
            </a:r>
            <a:r>
              <a:rPr lang="en-US" sz="1000" dirty="0"/>
              <a:t>or </a:t>
            </a:r>
            <a:r>
              <a:rPr lang="en-US" sz="1000" i="1" dirty="0"/>
              <a:t>image </a:t>
            </a:r>
            <a:r>
              <a:rPr lang="en-US" sz="1000" dirty="0"/>
              <a:t>in R, e.g.:</a:t>
            </a:r>
          </a:p>
          <a:p>
            <a:pPr marL="0" indent="0">
              <a:buNone/>
            </a:pPr>
            <a:r>
              <a:rPr lang="en-US" sz="1000" dirty="0"/>
              <a:t>heatmap(</a:t>
            </a:r>
            <a:r>
              <a:rPr lang="en-US" sz="1000" dirty="0" err="1"/>
              <a:t>as.matrix</a:t>
            </a:r>
            <a:r>
              <a:rPr lang="en-US" sz="1000" dirty="0"/>
              <a:t>(LIC),</a:t>
            </a:r>
            <a:r>
              <a:rPr lang="en-US" sz="1000" dirty="0" err="1"/>
              <a:t>Rowv</a:t>
            </a:r>
            <a:r>
              <a:rPr lang="en-US" sz="1000" dirty="0"/>
              <a:t>=NA, </a:t>
            </a:r>
            <a:r>
              <a:rPr lang="en-US" sz="1000" dirty="0" err="1"/>
              <a:t>Colv</a:t>
            </a:r>
            <a:r>
              <a:rPr lang="en-US" sz="1000" dirty="0"/>
              <a:t>=</a:t>
            </a:r>
            <a:r>
              <a:rPr lang="en-US" sz="1000" dirty="0" err="1"/>
              <a:t>NA,col</a:t>
            </a:r>
            <a:r>
              <a:rPr lang="en-US" sz="1000" dirty="0"/>
              <a:t>=</a:t>
            </a:r>
            <a:r>
              <a:rPr lang="en-US" sz="1000" dirty="0" err="1"/>
              <a:t>gray.colors</a:t>
            </a:r>
            <a:r>
              <a:rPr lang="en-US" sz="1000" dirty="0"/>
              <a:t>(256))</a:t>
            </a:r>
          </a:p>
          <a:p>
            <a:pPr marL="0" indent="0">
              <a:buNone/>
            </a:pPr>
            <a:r>
              <a:rPr lang="en-AU" sz="1000" dirty="0"/>
              <a:t>image(</a:t>
            </a:r>
            <a:r>
              <a:rPr lang="en-AU" sz="1000" dirty="0" err="1"/>
              <a:t>x_points</a:t>
            </a:r>
            <a:r>
              <a:rPr lang="en-AU" sz="1000" dirty="0"/>
              <a:t>, </a:t>
            </a:r>
            <a:r>
              <a:rPr lang="en-AU" sz="1000" dirty="0" err="1"/>
              <a:t>y_points,t</a:t>
            </a:r>
            <a:r>
              <a:rPr lang="en-AU" sz="1000" dirty="0"/>
              <a:t>(LIC), col = </a:t>
            </a:r>
            <a:r>
              <a:rPr lang="en-AU" sz="1000" dirty="0" err="1"/>
              <a:t>gray.colors</a:t>
            </a:r>
            <a:r>
              <a:rPr lang="en-AU" sz="1000" dirty="0"/>
              <a:t>(256))</a:t>
            </a:r>
          </a:p>
          <a:p>
            <a:pPr marL="0" indent="0">
              <a:buNone/>
            </a:pPr>
            <a:r>
              <a:rPr lang="en-AU" sz="1000" dirty="0"/>
              <a:t>Notes:</a:t>
            </a:r>
          </a:p>
          <a:p>
            <a:r>
              <a:rPr lang="en-AU" sz="1000" dirty="0"/>
              <a:t>For </a:t>
            </a:r>
            <a:r>
              <a:rPr lang="en-AU" sz="1000" i="1" dirty="0"/>
              <a:t>heatmap, </a:t>
            </a:r>
            <a:r>
              <a:rPr lang="en-AU" sz="1000" dirty="0"/>
              <a:t>the </a:t>
            </a:r>
            <a:r>
              <a:rPr lang="en-AU" sz="1000" i="1" dirty="0" err="1"/>
              <a:t>Rowv</a:t>
            </a:r>
            <a:r>
              <a:rPr lang="en-AU" sz="1000" i="1" dirty="0"/>
              <a:t>=NA</a:t>
            </a:r>
            <a:r>
              <a:rPr lang="en-AU" sz="1000" dirty="0"/>
              <a:t> and </a:t>
            </a:r>
            <a:r>
              <a:rPr lang="en-AU" sz="1000" i="1" dirty="0" err="1"/>
              <a:t>Colv</a:t>
            </a:r>
            <a:r>
              <a:rPr lang="en-AU" sz="1000" i="1" dirty="0"/>
              <a:t>=NA </a:t>
            </a:r>
            <a:r>
              <a:rPr lang="en-AU" sz="1000" dirty="0"/>
              <a:t>arguments prevent R from re-ordering the elements of LIC and adding a dendrogram</a:t>
            </a:r>
          </a:p>
          <a:p>
            <a:r>
              <a:rPr lang="en-AU" sz="1000" dirty="0"/>
              <a:t>For </a:t>
            </a:r>
            <a:r>
              <a:rPr lang="en-AU" sz="1000" i="1" dirty="0"/>
              <a:t>image</a:t>
            </a:r>
            <a:r>
              <a:rPr lang="en-AU" sz="1000" dirty="0"/>
              <a:t>, we input the transpose of LIC: t(LIC) (from ?image: “</a:t>
            </a:r>
            <a:r>
              <a:rPr lang="en-US" sz="1000" dirty="0"/>
              <a:t>…image interprets the z matrix as a table of f(x[</a:t>
            </a:r>
            <a:r>
              <a:rPr lang="en-US" sz="1000" dirty="0" err="1"/>
              <a:t>i</a:t>
            </a:r>
            <a:r>
              <a:rPr lang="en-US" sz="1000" dirty="0"/>
              <a:t>], y[j]) values, so that the x axis corresponds to row number and the y axis to column number, with column 1 at the bottom, i.e. a 90 degree counter-clockwise rotation of the conventional printed layout of a matrix”. Look into Normalized Device Coordinates for further information.</a:t>
            </a:r>
            <a:endParaRPr lang="en-AU" sz="1000" dirty="0"/>
          </a:p>
          <a:p>
            <a:pPr marL="0" indent="0">
              <a:buFont typeface="Arial" panose="020B0604020202020204" pitchFamily="34" charset="0"/>
              <a:buNone/>
            </a:pPr>
            <a:endParaRPr lang="en-US" sz="1000" dirty="0"/>
          </a:p>
        </p:txBody>
      </p:sp>
      <p:sp>
        <p:nvSpPr>
          <p:cNvPr id="9" name="TextBox 8">
            <a:extLst>
              <a:ext uri="{FF2B5EF4-FFF2-40B4-BE49-F238E27FC236}">
                <a16:creationId xmlns:a16="http://schemas.microsoft.com/office/drawing/2014/main" id="{D04E6696-DCF2-2CB3-D32A-D42F20901DB9}"/>
              </a:ext>
            </a:extLst>
          </p:cNvPr>
          <p:cNvSpPr txBox="1"/>
          <p:nvPr/>
        </p:nvSpPr>
        <p:spPr>
          <a:xfrm>
            <a:off x="10020487" y="4695810"/>
            <a:ext cx="1578865" cy="400110"/>
          </a:xfrm>
          <a:prstGeom prst="rect">
            <a:avLst/>
          </a:prstGeom>
          <a:noFill/>
        </p:spPr>
        <p:txBody>
          <a:bodyPr wrap="square" rtlCol="0">
            <a:spAutoFit/>
          </a:bodyPr>
          <a:lstStyle/>
          <a:p>
            <a:r>
              <a:rPr lang="en-US" sz="1000" dirty="0"/>
              <a:t>Note: this is not the complete vector field</a:t>
            </a:r>
            <a:endParaRPr lang="en-AU" sz="1000" dirty="0"/>
          </a:p>
        </p:txBody>
      </p:sp>
      <p:pic>
        <p:nvPicPr>
          <p:cNvPr id="10" name="Picture 9">
            <a:extLst>
              <a:ext uri="{FF2B5EF4-FFF2-40B4-BE49-F238E27FC236}">
                <a16:creationId xmlns:a16="http://schemas.microsoft.com/office/drawing/2014/main" id="{AD25153B-482C-0181-9C2A-46BF4F4ECB5B}"/>
              </a:ext>
            </a:extLst>
          </p:cNvPr>
          <p:cNvPicPr>
            <a:picLocks noChangeAspect="1"/>
          </p:cNvPicPr>
          <p:nvPr/>
        </p:nvPicPr>
        <p:blipFill>
          <a:blip r:embed="rId2"/>
          <a:stretch>
            <a:fillRect/>
          </a:stretch>
        </p:blipFill>
        <p:spPr>
          <a:xfrm>
            <a:off x="9817928" y="875089"/>
            <a:ext cx="1781424" cy="3705742"/>
          </a:xfrm>
          <a:prstGeom prst="rect">
            <a:avLst/>
          </a:prstGeom>
        </p:spPr>
      </p:pic>
    </p:spTree>
    <p:extLst>
      <p:ext uri="{BB962C8B-B14F-4D97-AF65-F5344CB8AC3E}">
        <p14:creationId xmlns:p14="http://schemas.microsoft.com/office/powerpoint/2010/main" val="1376579219"/>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5FA1BF-9CA9-4A56-829C-D41B5F2B9609}"/>
              </a:ext>
            </a:extLst>
          </p:cNvPr>
          <p:cNvSpPr>
            <a:spLocks noGrp="1"/>
          </p:cNvSpPr>
          <p:nvPr>
            <p:ph type="title"/>
          </p:nvPr>
        </p:nvSpPr>
        <p:spPr>
          <a:xfrm>
            <a:off x="468000" y="359999"/>
            <a:ext cx="11232000" cy="1628141"/>
          </a:xfrm>
        </p:spPr>
        <p:txBody>
          <a:bodyPr>
            <a:normAutofit/>
          </a:bodyPr>
          <a:lstStyle/>
          <a:p>
            <a:r>
              <a:rPr lang="en-US" dirty="0"/>
              <a:t>Task 3: Line Integral Convolution</a:t>
            </a:r>
            <a:br>
              <a:rPr lang="en-US" dirty="0"/>
            </a:br>
            <a:r>
              <a:rPr lang="en-US" sz="1800" dirty="0"/>
              <a:t> </a:t>
            </a:r>
            <a:br>
              <a:rPr lang="en-US" dirty="0"/>
            </a:br>
            <a:r>
              <a:rPr lang="en-US" sz="3600" dirty="0"/>
              <a:t>(Optional extensions)</a:t>
            </a:r>
            <a:endParaRPr lang="en-AU" dirty="0"/>
          </a:p>
        </p:txBody>
      </p:sp>
      <p:sp>
        <p:nvSpPr>
          <p:cNvPr id="2" name="Content Placeholder 5">
            <a:extLst>
              <a:ext uri="{FF2B5EF4-FFF2-40B4-BE49-F238E27FC236}">
                <a16:creationId xmlns:a16="http://schemas.microsoft.com/office/drawing/2014/main" id="{85FEE618-5708-E53E-824C-8FADD3BEFE40}"/>
              </a:ext>
            </a:extLst>
          </p:cNvPr>
          <p:cNvSpPr txBox="1">
            <a:spLocks/>
          </p:cNvSpPr>
          <p:nvPr/>
        </p:nvSpPr>
        <p:spPr>
          <a:xfrm>
            <a:off x="468000" y="2103120"/>
            <a:ext cx="8442320" cy="36568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rgbClr val="1C1C1C"/>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rgbClr val="1C1C1C"/>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rgbClr val="1C1C1C"/>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rgbClr val="1C1C1C"/>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1600" b="1" dirty="0"/>
              <a:t>Some hints for the best LIC result:</a:t>
            </a:r>
          </a:p>
          <a:p>
            <a:r>
              <a:rPr lang="en-AU" sz="1600" dirty="0"/>
              <a:t>Some streamlines might be shorter than others due to leaving the domain before the maximum number of steps is reached. This means some seed points will be darker. Can you correct for this?</a:t>
            </a:r>
          </a:p>
          <a:p>
            <a:r>
              <a:rPr lang="en-AU" sz="1600" dirty="0"/>
              <a:t>Streamlines can “slow down” in regions where the vector field has a small magnitude (the vectors magnitude can be computed as sqrt(vx^2 + vy^2)). Consider normalising </a:t>
            </a:r>
            <a:r>
              <a:rPr lang="en-AU" sz="1600"/>
              <a:t>the velocity before </a:t>
            </a:r>
            <a:r>
              <a:rPr lang="en-AU" sz="1600" dirty="0"/>
              <a:t>taking a step in </a:t>
            </a:r>
            <a:r>
              <a:rPr lang="en-AU" sz="1600"/>
              <a:t>the streamline.</a:t>
            </a:r>
            <a:br>
              <a:rPr lang="en-AU" sz="1600" dirty="0"/>
            </a:br>
            <a:r>
              <a:rPr lang="en-AU" sz="1600" dirty="0"/>
              <a:t>(To normalise a vector is to divide it by its magnitude so the new vector’s magnitude is 1)</a:t>
            </a:r>
          </a:p>
          <a:p>
            <a:pPr marL="0" indent="0">
              <a:buFont typeface="Arial" panose="020B0604020202020204" pitchFamily="34" charset="0"/>
              <a:buNone/>
            </a:pPr>
            <a:endParaRPr lang="en-US" sz="1600" dirty="0"/>
          </a:p>
        </p:txBody>
      </p:sp>
      <p:sp>
        <p:nvSpPr>
          <p:cNvPr id="6" name="TextBox 5">
            <a:extLst>
              <a:ext uri="{FF2B5EF4-FFF2-40B4-BE49-F238E27FC236}">
                <a16:creationId xmlns:a16="http://schemas.microsoft.com/office/drawing/2014/main" id="{EBB71024-D2C4-29FF-D50E-9D96C000F097}"/>
              </a:ext>
            </a:extLst>
          </p:cNvPr>
          <p:cNvSpPr txBox="1"/>
          <p:nvPr/>
        </p:nvSpPr>
        <p:spPr>
          <a:xfrm>
            <a:off x="10020487" y="4695810"/>
            <a:ext cx="1578865" cy="400110"/>
          </a:xfrm>
          <a:prstGeom prst="rect">
            <a:avLst/>
          </a:prstGeom>
          <a:noFill/>
        </p:spPr>
        <p:txBody>
          <a:bodyPr wrap="square" rtlCol="0">
            <a:spAutoFit/>
          </a:bodyPr>
          <a:lstStyle/>
          <a:p>
            <a:r>
              <a:rPr lang="en-US" sz="1000" dirty="0"/>
              <a:t>Note: this is not the complete vector field</a:t>
            </a:r>
            <a:endParaRPr lang="en-AU" sz="1000" dirty="0"/>
          </a:p>
        </p:txBody>
      </p:sp>
      <p:pic>
        <p:nvPicPr>
          <p:cNvPr id="8" name="Picture 7">
            <a:extLst>
              <a:ext uri="{FF2B5EF4-FFF2-40B4-BE49-F238E27FC236}">
                <a16:creationId xmlns:a16="http://schemas.microsoft.com/office/drawing/2014/main" id="{09CF1081-3111-C707-4C74-97D31FA4AD3E}"/>
              </a:ext>
            </a:extLst>
          </p:cNvPr>
          <p:cNvPicPr>
            <a:picLocks noChangeAspect="1"/>
          </p:cNvPicPr>
          <p:nvPr/>
        </p:nvPicPr>
        <p:blipFill>
          <a:blip r:embed="rId2"/>
          <a:stretch>
            <a:fillRect/>
          </a:stretch>
        </p:blipFill>
        <p:spPr>
          <a:xfrm>
            <a:off x="9817928" y="875089"/>
            <a:ext cx="1781424" cy="3705742"/>
          </a:xfrm>
          <a:prstGeom prst="rect">
            <a:avLst/>
          </a:prstGeom>
        </p:spPr>
      </p:pic>
    </p:spTree>
    <p:extLst>
      <p:ext uri="{BB962C8B-B14F-4D97-AF65-F5344CB8AC3E}">
        <p14:creationId xmlns:p14="http://schemas.microsoft.com/office/powerpoint/2010/main" val="1666845301"/>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3A9C9D-8FCF-43A1-A07B-8D54844414CC}"/>
              </a:ext>
            </a:extLst>
          </p:cNvPr>
          <p:cNvSpPr>
            <a:spLocks noGrp="1"/>
          </p:cNvSpPr>
          <p:nvPr>
            <p:ph type="title"/>
          </p:nvPr>
        </p:nvSpPr>
        <p:spPr/>
        <p:txBody>
          <a:bodyPr/>
          <a:lstStyle/>
          <a:p>
            <a:r>
              <a:rPr lang="en-US" dirty="0"/>
              <a:t>Tasks for Computer lab portfolio</a:t>
            </a:r>
            <a:endParaRPr lang="en-AU" dirty="0"/>
          </a:p>
        </p:txBody>
      </p:sp>
      <p:sp>
        <p:nvSpPr>
          <p:cNvPr id="6" name="Content Placeholder 5">
            <a:extLst>
              <a:ext uri="{FF2B5EF4-FFF2-40B4-BE49-F238E27FC236}">
                <a16:creationId xmlns:a16="http://schemas.microsoft.com/office/drawing/2014/main" id="{C79F1CC9-CD81-4622-8F0F-6FDBDEA92DE0}"/>
              </a:ext>
            </a:extLst>
          </p:cNvPr>
          <p:cNvSpPr>
            <a:spLocks noGrp="1"/>
          </p:cNvSpPr>
          <p:nvPr>
            <p:ph idx="1"/>
          </p:nvPr>
        </p:nvSpPr>
        <p:spPr/>
        <p:txBody>
          <a:bodyPr>
            <a:normAutofit/>
          </a:bodyPr>
          <a:lstStyle/>
          <a:p>
            <a:pPr marL="0" lvl="0" indent="0">
              <a:buClr>
                <a:srgbClr val="B1B1B1"/>
              </a:buClr>
              <a:buSzPct val="100000"/>
              <a:buNone/>
            </a:pPr>
            <a:r>
              <a:rPr lang="en-US" sz="1800" dirty="0"/>
              <a:t>The following tasks are to be completed using R (include code and the specified </a:t>
            </a:r>
            <a:r>
              <a:rPr lang="en-US" sz="1800" dirty="0" err="1"/>
              <a:t>visualisations</a:t>
            </a:r>
            <a:r>
              <a:rPr lang="en-US" sz="1800" dirty="0"/>
              <a:t> in any standard format):</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Direct vector field </a:t>
            </a:r>
            <a:r>
              <a:rPr lang="en-US" sz="1800" dirty="0" err="1"/>
              <a:t>visualisation</a:t>
            </a:r>
            <a:r>
              <a:rPr lang="en-US" sz="1800" dirty="0"/>
              <a:t> using a quiver plot (as described in Task 1).</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Integral vector field visualisation using streamlines (one good visualisation and one poor visualisation, as described in Task 2).</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r>
              <a:rPr lang="en-US" sz="1800" dirty="0"/>
              <a:t>Line integral convolution for vector field </a:t>
            </a:r>
            <a:r>
              <a:rPr lang="en-US" sz="1800" dirty="0" err="1"/>
              <a:t>visualisation</a:t>
            </a:r>
            <a:r>
              <a:rPr lang="en-US" sz="1800" dirty="0"/>
              <a:t> (as described in Task 3). </a:t>
            </a:r>
          </a:p>
          <a:p>
            <a:pPr marL="342900" indent="-342900">
              <a:lnSpc>
                <a:spcPct val="100000"/>
              </a:lnSpc>
              <a:buClr>
                <a:srgbClr val="B1B1B1"/>
              </a:buClr>
              <a:buSzPct val="100000"/>
              <a:buFont typeface="+mj-lt"/>
              <a:buAutoNum type="arabicPeriod"/>
              <a:tabLst>
                <a:tab pos="571320" algn="l"/>
                <a:tab pos="1485719" algn="l"/>
                <a:tab pos="2400119" algn="l"/>
                <a:tab pos="3314519" algn="l"/>
                <a:tab pos="4228919" algn="l"/>
                <a:tab pos="5143320" algn="l"/>
                <a:tab pos="6057720" algn="l"/>
                <a:tab pos="6972120" algn="l"/>
                <a:tab pos="7886520" algn="l"/>
                <a:tab pos="8800920" algn="l"/>
                <a:tab pos="9715320" algn="l"/>
              </a:tabLst>
            </a:pPr>
            <a:endParaRPr lang="en-US" sz="1800" dirty="0"/>
          </a:p>
          <a:p>
            <a:pPr marL="0" indent="0">
              <a:lnSpc>
                <a:spcPct val="100000"/>
              </a:lnSpc>
              <a:buClr>
                <a:srgbClr val="B1B1B1"/>
              </a:buClr>
              <a:buSzPct val="100000"/>
              <a:buNone/>
              <a:tabLst>
                <a:tab pos="571320" algn="l"/>
                <a:tab pos="1485719" algn="l"/>
                <a:tab pos="2400119" algn="l"/>
                <a:tab pos="3314519" algn="l"/>
                <a:tab pos="4228919" algn="l"/>
                <a:tab pos="5143320" algn="l"/>
                <a:tab pos="6057720" algn="l"/>
                <a:tab pos="6972120" algn="l"/>
                <a:tab pos="7886520" algn="l"/>
                <a:tab pos="8800920" algn="l"/>
                <a:tab pos="9715320" algn="l"/>
              </a:tabLst>
            </a:pPr>
            <a:endParaRPr lang="en-US" sz="1800" dirty="0"/>
          </a:p>
          <a:p>
            <a:pPr marL="0" indent="0">
              <a:buNone/>
            </a:pPr>
            <a:endParaRPr lang="en-US" sz="1800" dirty="0"/>
          </a:p>
          <a:p>
            <a:pPr marL="0" indent="0">
              <a:buNone/>
            </a:pPr>
            <a:endParaRPr lang="en-US" sz="1800" dirty="0"/>
          </a:p>
          <a:p>
            <a:endParaRPr lang="en-AU" dirty="0"/>
          </a:p>
        </p:txBody>
      </p:sp>
    </p:spTree>
    <p:extLst>
      <p:ext uri="{BB962C8B-B14F-4D97-AF65-F5344CB8AC3E}">
        <p14:creationId xmlns:p14="http://schemas.microsoft.com/office/powerpoint/2010/main" val="498422975"/>
      </p:ext>
    </p:extLst>
  </p:cSld>
  <p:clrMapOvr>
    <a:masterClrMapping/>
  </p:clrMapOvr>
  <p:transition spd="med">
    <p:fade/>
  </p:transition>
</p:sld>
</file>

<file path=ppt/theme/theme1.xml><?xml version="1.0" encoding="utf-8"?>
<a:theme xmlns:a="http://schemas.openxmlformats.org/drawingml/2006/main" name="QUT Theme">
  <a:themeElements>
    <a:clrScheme name="QUT Template">
      <a:dk1>
        <a:srgbClr val="000000"/>
      </a:dk1>
      <a:lt1>
        <a:sysClr val="window" lastClr="FFFFFF"/>
      </a:lt1>
      <a:dk2>
        <a:srgbClr val="00467F"/>
      </a:dk2>
      <a:lt2>
        <a:srgbClr val="E7E6E6"/>
      </a:lt2>
      <a:accent1>
        <a:srgbClr val="0070C0"/>
      </a:accent1>
      <a:accent2>
        <a:srgbClr val="00B0F0"/>
      </a:accent2>
      <a:accent3>
        <a:srgbClr val="F0CA4D"/>
      </a:accent3>
      <a:accent4>
        <a:srgbClr val="E37B40"/>
      </a:accent4>
      <a:accent5>
        <a:srgbClr val="DE5B49"/>
      </a:accent5>
      <a:accent6>
        <a:srgbClr val="00467F"/>
      </a:accent6>
      <a:hlink>
        <a:srgbClr val="00467F"/>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QUT - PowerPoint Template - UX Review.potx" id="{D6B15108-E6E2-4AAA-9744-58BFFF89786C}" vid="{964841F0-B2D2-4AC3-8137-6F8129DAE5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CB0F88029305344B4EE7A456A7E05EA" ma:contentTypeVersion="2" ma:contentTypeDescription="Create a new document." ma:contentTypeScope="" ma:versionID="1c19968684983cf4f7e4125ace58f69a">
  <xsd:schema xmlns:xsd="http://www.w3.org/2001/XMLSchema" xmlns:xs="http://www.w3.org/2001/XMLSchema" xmlns:p="http://schemas.microsoft.com/office/2006/metadata/properties" xmlns:ns2="07ef76e7-57fb-44c7-add5-4a78842c8a06" targetNamespace="http://schemas.microsoft.com/office/2006/metadata/properties" ma:root="true" ma:fieldsID="9e469e57688a41cbf777364d878f37e2" ns2:_="">
    <xsd:import namespace="07ef76e7-57fb-44c7-add5-4a78842c8a0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ef76e7-57fb-44c7-add5-4a78842c8a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9F0A16-D915-4611-A39C-4796DEB1FB56}">
  <ds:schemaRefs>
    <ds:schemaRef ds:uri="http://purl.org/dc/dcmitype/"/>
    <ds:schemaRef ds:uri="http://schemas.microsoft.com/office/2006/documentManagement/types"/>
    <ds:schemaRef ds:uri="http://purl.org/dc/terms/"/>
    <ds:schemaRef ds:uri="http://schemas.openxmlformats.org/package/2006/metadata/core-properties"/>
    <ds:schemaRef ds:uri="http://purl.org/dc/elements/1.1/"/>
    <ds:schemaRef ds:uri="http://www.w3.org/XML/1998/namespace"/>
    <ds:schemaRef ds:uri="http://schemas.microsoft.com/office/infopath/2007/PartnerControls"/>
    <ds:schemaRef ds:uri="07ef76e7-57fb-44c7-add5-4a78842c8a06"/>
    <ds:schemaRef ds:uri="http://schemas.microsoft.com/office/2006/metadata/properties"/>
  </ds:schemaRefs>
</ds:datastoreItem>
</file>

<file path=customXml/itemProps2.xml><?xml version="1.0" encoding="utf-8"?>
<ds:datastoreItem xmlns:ds="http://schemas.openxmlformats.org/officeDocument/2006/customXml" ds:itemID="{5FC32032-1E51-4B01-BBA5-1AD2E80CCD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ef76e7-57fb-44c7-add5-4a78842c8a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20736A-7DCA-4606-8826-26B1ADA652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QUT - PowerPoint Template</Template>
  <TotalTime>396</TotalTime>
  <Words>1723</Words>
  <Application>Microsoft Office PowerPoint</Application>
  <PresentationFormat>Widescreen</PresentationFormat>
  <Paragraphs>82</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QUT Theme</vt:lpstr>
      <vt:lpstr>Vector Visualisation</vt:lpstr>
      <vt:lpstr>Task 1: Direct vector field visualisation</vt:lpstr>
      <vt:lpstr>Task 2: Streamline visualisation</vt:lpstr>
      <vt:lpstr>Task 3: Line Integral Convolution</vt:lpstr>
      <vt:lpstr>Task 3: Line Integral Convolution</vt:lpstr>
      <vt:lpstr>Task 3: Line Integral Convolution   (Optional extensions)</vt:lpstr>
      <vt:lpstr>Tasks for Computer lab portfolio</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Ernesto Bello</dc:creator>
  <cp:keywords/>
  <dc:description/>
  <cp:lastModifiedBy>Riley Whebell</cp:lastModifiedBy>
  <cp:revision>1</cp:revision>
  <dcterms:created xsi:type="dcterms:W3CDTF">2022-12-14T23:33:06Z</dcterms:created>
  <dcterms:modified xsi:type="dcterms:W3CDTF">2024-09-12T07:01:40Z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0x010100CCB0F88029305344B4EE7A456A7E05EA</vt:lpwstr>
  </property>
</Properties>
</file>