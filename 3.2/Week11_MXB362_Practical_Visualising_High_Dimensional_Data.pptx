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275" r:id="rId5"/>
    <p:sldId id="267" r:id="rId6"/>
    <p:sldId id="268" r:id="rId7"/>
    <p:sldId id="276" r:id="rId8"/>
    <p:sldId id="277" r:id="rId9"/>
    <p:sldId id="269" r:id="rId10"/>
    <p:sldId id="279" r:id="rId11"/>
    <p:sldId id="27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4372"/>
    <a:srgbClr val="00061A"/>
    <a:srgbClr val="03255B"/>
    <a:srgbClr val="093779"/>
    <a:srgbClr val="062B63"/>
    <a:srgbClr val="0C488E"/>
    <a:srgbClr val="00285F"/>
    <a:srgbClr val="0006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5B6570-C424-4E41-B9AA-891CDAFBC275}" v="22" dt="2024-09-24T04:19:33.7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45" autoAdjust="0"/>
    <p:restoredTop sz="96327"/>
  </p:normalViewPr>
  <p:slideViewPr>
    <p:cSldViewPr snapToGrid="0" showGuides="1">
      <p:cViewPr varScale="1">
        <p:scale>
          <a:sx n="74" d="100"/>
          <a:sy n="74" d="100"/>
        </p:scale>
        <p:origin x="72" y="101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e Sharp" userId="4368e1a6-2bdf-4552-964d-574d8c8876e1" providerId="ADAL" clId="{33341C85-6884-45C2-9A6B-84C7213F3BBE}"/>
    <pc:docChg chg="modSld">
      <pc:chgData name="Jesse Sharp" userId="4368e1a6-2bdf-4552-964d-574d8c8876e1" providerId="ADAL" clId="{33341C85-6884-45C2-9A6B-84C7213F3BBE}" dt="2023-07-13T23:45:01.943" v="106" actId="20577"/>
      <pc:docMkLst>
        <pc:docMk/>
      </pc:docMkLst>
      <pc:sldChg chg="modSp mod">
        <pc:chgData name="Jesse Sharp" userId="4368e1a6-2bdf-4552-964d-574d8c8876e1" providerId="ADAL" clId="{33341C85-6884-45C2-9A6B-84C7213F3BBE}" dt="2023-07-13T23:45:01.943" v="106" actId="20577"/>
        <pc:sldMkLst>
          <pc:docMk/>
          <pc:sldMk cId="1747380068" sldId="278"/>
        </pc:sldMkLst>
        <pc:spChg chg="mod">
          <ac:chgData name="Jesse Sharp" userId="4368e1a6-2bdf-4552-964d-574d8c8876e1" providerId="ADAL" clId="{33341C85-6884-45C2-9A6B-84C7213F3BBE}" dt="2023-07-13T23:45:01.943" v="106" actId="20577"/>
          <ac:spMkLst>
            <pc:docMk/>
            <pc:sldMk cId="1747380068" sldId="278"/>
            <ac:spMk id="2" creationId="{1C39CDCC-71ED-47D2-5FF0-2173A09B6781}"/>
          </ac:spMkLst>
        </pc:spChg>
      </pc:sldChg>
    </pc:docChg>
  </pc:docChgLst>
  <pc:docChgLst>
    <pc:chgData name="Riley Whebell" userId="77edcaf0-76e9-4161-b289-8f8b4a0c02f2" providerId="ADAL" clId="{0D5B6570-C424-4E41-B9AA-891CDAFBC275}"/>
    <pc:docChg chg="modSld">
      <pc:chgData name="Riley Whebell" userId="77edcaf0-76e9-4161-b289-8f8b4a0c02f2" providerId="ADAL" clId="{0D5B6570-C424-4E41-B9AA-891CDAFBC275}" dt="2024-09-24T04:19:33.715" v="35" actId="6549"/>
      <pc:docMkLst>
        <pc:docMk/>
      </pc:docMkLst>
      <pc:sldChg chg="modSp mod">
        <pc:chgData name="Riley Whebell" userId="77edcaf0-76e9-4161-b289-8f8b4a0c02f2" providerId="ADAL" clId="{0D5B6570-C424-4E41-B9AA-891CDAFBC275}" dt="2024-09-24T04:19:33.715" v="35" actId="6549"/>
        <pc:sldMkLst>
          <pc:docMk/>
          <pc:sldMk cId="3779327755" sldId="277"/>
        </pc:sldMkLst>
        <pc:spChg chg="mod">
          <ac:chgData name="Riley Whebell" userId="77edcaf0-76e9-4161-b289-8f8b4a0c02f2" providerId="ADAL" clId="{0D5B6570-C424-4E41-B9AA-891CDAFBC275}" dt="2024-09-24T04:19:33.715" v="35" actId="6549"/>
          <ac:spMkLst>
            <pc:docMk/>
            <pc:sldMk cId="3779327755" sldId="277"/>
            <ac:spMk id="5" creationId="{7540C7FC-65E0-4801-9BAF-C7EE99479E21}"/>
          </ac:spMkLst>
        </pc:spChg>
      </pc:sldChg>
    </pc:docChg>
  </pc:docChgLst>
  <pc:docChgLst>
    <pc:chgData name="Jesse Sharp" userId="4368e1a6-2bdf-4552-964d-574d8c8876e1" providerId="ADAL" clId="{D6293FCE-2396-43A5-9AF8-D66B48C11B45}"/>
    <pc:docChg chg="custSel delSld modMainMaster">
      <pc:chgData name="Jesse Sharp" userId="4368e1a6-2bdf-4552-964d-574d8c8876e1" providerId="ADAL" clId="{D6293FCE-2396-43A5-9AF8-D66B48C11B45}" dt="2023-06-23T00:40:26.982" v="187" actId="20577"/>
      <pc:docMkLst>
        <pc:docMk/>
      </pc:docMkLst>
      <pc:sldChg chg="del">
        <pc:chgData name="Jesse Sharp" userId="4368e1a6-2bdf-4552-964d-574d8c8876e1" providerId="ADAL" clId="{D6293FCE-2396-43A5-9AF8-D66B48C11B45}" dt="2023-06-23T00:36:25.560" v="1" actId="47"/>
        <pc:sldMkLst>
          <pc:docMk/>
          <pc:sldMk cId="3900383165" sldId="261"/>
        </pc:sldMkLst>
      </pc:sldChg>
      <pc:sldChg chg="del">
        <pc:chgData name="Jesse Sharp" userId="4368e1a6-2bdf-4552-964d-574d8c8876e1" providerId="ADAL" clId="{D6293FCE-2396-43A5-9AF8-D66B48C11B45}" dt="2023-06-23T00:36:26.463" v="2" actId="47"/>
        <pc:sldMkLst>
          <pc:docMk/>
          <pc:sldMk cId="2457519024" sldId="262"/>
        </pc:sldMkLst>
      </pc:sldChg>
      <pc:sldChg chg="del">
        <pc:chgData name="Jesse Sharp" userId="4368e1a6-2bdf-4552-964d-574d8c8876e1" providerId="ADAL" clId="{D6293FCE-2396-43A5-9AF8-D66B48C11B45}" dt="2023-06-23T00:36:28.064" v="3" actId="47"/>
        <pc:sldMkLst>
          <pc:docMk/>
          <pc:sldMk cId="3873784629" sldId="263"/>
        </pc:sldMkLst>
      </pc:sldChg>
      <pc:sldChg chg="del">
        <pc:chgData name="Jesse Sharp" userId="4368e1a6-2bdf-4552-964d-574d8c8876e1" providerId="ADAL" clId="{D6293FCE-2396-43A5-9AF8-D66B48C11B45}" dt="2023-06-23T00:36:29.727" v="5" actId="47"/>
        <pc:sldMkLst>
          <pc:docMk/>
          <pc:sldMk cId="4259112089" sldId="266"/>
        </pc:sldMkLst>
      </pc:sldChg>
      <pc:sldChg chg="del">
        <pc:chgData name="Jesse Sharp" userId="4368e1a6-2bdf-4552-964d-574d8c8876e1" providerId="ADAL" clId="{D6293FCE-2396-43A5-9AF8-D66B48C11B45}" dt="2023-06-23T00:36:43.041" v="6" actId="47"/>
        <pc:sldMkLst>
          <pc:docMk/>
          <pc:sldMk cId="4144779406" sldId="270"/>
        </pc:sldMkLst>
      </pc:sldChg>
      <pc:sldChg chg="del">
        <pc:chgData name="Jesse Sharp" userId="4368e1a6-2bdf-4552-964d-574d8c8876e1" providerId="ADAL" clId="{D6293FCE-2396-43A5-9AF8-D66B48C11B45}" dt="2023-06-23T00:36:44.017" v="7" actId="47"/>
        <pc:sldMkLst>
          <pc:docMk/>
          <pc:sldMk cId="2358676740" sldId="271"/>
        </pc:sldMkLst>
      </pc:sldChg>
      <pc:sldChg chg="del">
        <pc:chgData name="Jesse Sharp" userId="4368e1a6-2bdf-4552-964d-574d8c8876e1" providerId="ADAL" clId="{D6293FCE-2396-43A5-9AF8-D66B48C11B45}" dt="2023-06-23T00:36:59.753" v="11" actId="47"/>
        <pc:sldMkLst>
          <pc:docMk/>
          <pc:sldMk cId="3710931420" sldId="272"/>
        </pc:sldMkLst>
      </pc:sldChg>
      <pc:sldChg chg="del">
        <pc:chgData name="Jesse Sharp" userId="4368e1a6-2bdf-4552-964d-574d8c8876e1" providerId="ADAL" clId="{D6293FCE-2396-43A5-9AF8-D66B48C11B45}" dt="2023-06-23T00:36:28.848" v="4" actId="47"/>
        <pc:sldMkLst>
          <pc:docMk/>
          <pc:sldMk cId="3385018330" sldId="273"/>
        </pc:sldMkLst>
      </pc:sldChg>
      <pc:sldChg chg="del">
        <pc:chgData name="Jesse Sharp" userId="4368e1a6-2bdf-4552-964d-574d8c8876e1" providerId="ADAL" clId="{D6293FCE-2396-43A5-9AF8-D66B48C11B45}" dt="2023-06-23T00:36:24.694" v="0" actId="47"/>
        <pc:sldMkLst>
          <pc:docMk/>
          <pc:sldMk cId="1104084031" sldId="274"/>
        </pc:sldMkLst>
      </pc:sldChg>
      <pc:sldChg chg="del">
        <pc:chgData name="Jesse Sharp" userId="4368e1a6-2bdf-4552-964d-574d8c8876e1" providerId="ADAL" clId="{D6293FCE-2396-43A5-9AF8-D66B48C11B45}" dt="2023-06-23T00:36:51.163" v="8" actId="47"/>
        <pc:sldMkLst>
          <pc:docMk/>
          <pc:sldMk cId="877292247" sldId="276"/>
        </pc:sldMkLst>
      </pc:sldChg>
      <pc:sldChg chg="del">
        <pc:chgData name="Jesse Sharp" userId="4368e1a6-2bdf-4552-964d-574d8c8876e1" providerId="ADAL" clId="{D6293FCE-2396-43A5-9AF8-D66B48C11B45}" dt="2023-06-23T00:36:52.271" v="9" actId="47"/>
        <pc:sldMkLst>
          <pc:docMk/>
          <pc:sldMk cId="3884060325" sldId="277"/>
        </pc:sldMkLst>
      </pc:sldChg>
      <pc:sldChg chg="del">
        <pc:chgData name="Jesse Sharp" userId="4368e1a6-2bdf-4552-964d-574d8c8876e1" providerId="ADAL" clId="{D6293FCE-2396-43A5-9AF8-D66B48C11B45}" dt="2023-06-23T00:36:56.281" v="10" actId="47"/>
        <pc:sldMkLst>
          <pc:docMk/>
          <pc:sldMk cId="3156355039" sldId="278"/>
        </pc:sldMkLst>
      </pc:sldChg>
      <pc:sldMasterChg chg="modSp mod modSldLayout">
        <pc:chgData name="Jesse Sharp" userId="4368e1a6-2bdf-4552-964d-574d8c8876e1" providerId="ADAL" clId="{D6293FCE-2396-43A5-9AF8-D66B48C11B45}" dt="2023-06-23T00:40:26.982" v="187" actId="20577"/>
        <pc:sldMasterMkLst>
          <pc:docMk/>
          <pc:sldMasterMk cId="323273975" sldId="2147483648"/>
        </pc:sldMasterMkLst>
        <pc:spChg chg="mod">
          <ac:chgData name="Jesse Sharp" userId="4368e1a6-2bdf-4552-964d-574d8c8876e1" providerId="ADAL" clId="{D6293FCE-2396-43A5-9AF8-D66B48C11B45}" dt="2023-06-23T00:37:36.929" v="96" actId="20577"/>
          <ac:spMkLst>
            <pc:docMk/>
            <pc:sldMasterMk cId="323273975" sldId="2147483648"/>
            <ac:spMk id="5" creationId="{1475DFC8-C02E-4F5E-BE32-FE282B7EF40D}"/>
          </ac:spMkLst>
        </pc:spChg>
        <pc:sldLayoutChg chg="modSp mod">
          <pc:chgData name="Jesse Sharp" userId="4368e1a6-2bdf-4552-964d-574d8c8876e1" providerId="ADAL" clId="{D6293FCE-2396-43A5-9AF8-D66B48C11B45}" dt="2023-06-23T00:40:26.982" v="187" actId="20577"/>
          <pc:sldLayoutMkLst>
            <pc:docMk/>
            <pc:sldMasterMk cId="323273975" sldId="2147483648"/>
            <pc:sldLayoutMk cId="3316132324" sldId="2147483660"/>
          </pc:sldLayoutMkLst>
          <pc:spChg chg="mod">
            <ac:chgData name="Jesse Sharp" userId="4368e1a6-2bdf-4552-964d-574d8c8876e1" providerId="ADAL" clId="{D6293FCE-2396-43A5-9AF8-D66B48C11B45}" dt="2023-06-23T00:40:26.982" v="187" actId="20577"/>
            <ac:spMkLst>
              <pc:docMk/>
              <pc:sldMasterMk cId="323273975" sldId="2147483648"/>
              <pc:sldLayoutMk cId="3316132324" sldId="2147483660"/>
              <ac:spMk id="19" creationId="{7EDA747F-1CB7-F54E-B0A8-CA3CBC597EA1}"/>
            </ac:spMkLst>
          </pc:spChg>
          <pc:spChg chg="mod">
            <ac:chgData name="Jesse Sharp" userId="4368e1a6-2bdf-4552-964d-574d8c8876e1" providerId="ADAL" clId="{D6293FCE-2396-43A5-9AF8-D66B48C11B45}" dt="2023-06-23T00:40:08.301" v="153" actId="20577"/>
            <ac:spMkLst>
              <pc:docMk/>
              <pc:sldMasterMk cId="323273975" sldId="2147483648"/>
              <pc:sldLayoutMk cId="3316132324" sldId="2147483660"/>
              <ac:spMk id="20" creationId="{935F116C-88D5-0D49-809F-8FE443A5E7CD}"/>
            </ac:spMkLst>
          </pc:spChg>
        </pc:sldLayoutChg>
      </pc:sldMasterChg>
    </pc:docChg>
  </pc:docChgLst>
  <pc:docChgLst>
    <pc:chgData name="Jesse Sharp" userId="4368e1a6-2bdf-4552-964d-574d8c8876e1" providerId="ADAL" clId="{2C2903FC-9178-4A65-BD21-A52DEFD50FB5}"/>
    <pc:docChg chg="undo redo custSel addSld modSld">
      <pc:chgData name="Jesse Sharp" userId="4368e1a6-2bdf-4552-964d-574d8c8876e1" providerId="ADAL" clId="{2C2903FC-9178-4A65-BD21-A52DEFD50FB5}" dt="2023-07-13T07:07:04.617" v="704" actId="14100"/>
      <pc:docMkLst>
        <pc:docMk/>
      </pc:docMkLst>
      <pc:sldChg chg="modSp mod">
        <pc:chgData name="Jesse Sharp" userId="4368e1a6-2bdf-4552-964d-574d8c8876e1" providerId="ADAL" clId="{2C2903FC-9178-4A65-BD21-A52DEFD50FB5}" dt="2023-07-13T04:59:08.321" v="690" actId="27636"/>
        <pc:sldMkLst>
          <pc:docMk/>
          <pc:sldMk cId="2812679239" sldId="267"/>
        </pc:sldMkLst>
        <pc:spChg chg="mod">
          <ac:chgData name="Jesse Sharp" userId="4368e1a6-2bdf-4552-964d-574d8c8876e1" providerId="ADAL" clId="{2C2903FC-9178-4A65-BD21-A52DEFD50FB5}" dt="2023-07-12T06:39:51.574" v="35"/>
          <ac:spMkLst>
            <pc:docMk/>
            <pc:sldMk cId="2812679239" sldId="267"/>
            <ac:spMk id="5" creationId="{EB3A9C9D-8FCF-43A1-A07B-8D54844414CC}"/>
          </ac:spMkLst>
        </pc:spChg>
        <pc:spChg chg="mod">
          <ac:chgData name="Jesse Sharp" userId="4368e1a6-2bdf-4552-964d-574d8c8876e1" providerId="ADAL" clId="{2C2903FC-9178-4A65-BD21-A52DEFD50FB5}" dt="2023-07-13T04:59:08.321" v="690" actId="27636"/>
          <ac:spMkLst>
            <pc:docMk/>
            <pc:sldMk cId="2812679239" sldId="267"/>
            <ac:spMk id="6" creationId="{C79F1CC9-CD81-4622-8F0F-6FDBDEA92DE0}"/>
          </ac:spMkLst>
        </pc:spChg>
      </pc:sldChg>
      <pc:sldChg chg="addSp modSp mod">
        <pc:chgData name="Jesse Sharp" userId="4368e1a6-2bdf-4552-964d-574d8c8876e1" providerId="ADAL" clId="{2C2903FC-9178-4A65-BD21-A52DEFD50FB5}" dt="2023-07-12T23:07:01.698" v="417" actId="1076"/>
        <pc:sldMkLst>
          <pc:docMk/>
          <pc:sldMk cId="1133625181" sldId="268"/>
        </pc:sldMkLst>
        <pc:spChg chg="add mod">
          <ac:chgData name="Jesse Sharp" userId="4368e1a6-2bdf-4552-964d-574d8c8876e1" providerId="ADAL" clId="{2C2903FC-9178-4A65-BD21-A52DEFD50FB5}" dt="2023-07-12T23:06:58.049" v="416" actId="6549"/>
          <ac:spMkLst>
            <pc:docMk/>
            <pc:sldMk cId="1133625181" sldId="268"/>
            <ac:spMk id="2" creationId="{1C39CDCC-71ED-47D2-5FF0-2173A09B6781}"/>
          </ac:spMkLst>
        </pc:spChg>
        <pc:spChg chg="mod">
          <ac:chgData name="Jesse Sharp" userId="4368e1a6-2bdf-4552-964d-574d8c8876e1" providerId="ADAL" clId="{2C2903FC-9178-4A65-BD21-A52DEFD50FB5}" dt="2023-07-12T06:41:06.100" v="68"/>
          <ac:spMkLst>
            <pc:docMk/>
            <pc:sldMk cId="1133625181" sldId="268"/>
            <ac:spMk id="4" creationId="{9A5FA1BF-9CA9-4A56-829C-D41B5F2B9609}"/>
          </ac:spMkLst>
        </pc:spChg>
        <pc:picChg chg="add mod">
          <ac:chgData name="Jesse Sharp" userId="4368e1a6-2bdf-4552-964d-574d8c8876e1" providerId="ADAL" clId="{2C2903FC-9178-4A65-BD21-A52DEFD50FB5}" dt="2023-07-12T23:07:01.698" v="417" actId="1076"/>
          <ac:picMkLst>
            <pc:docMk/>
            <pc:sldMk cId="1133625181" sldId="268"/>
            <ac:picMk id="3" creationId="{B10A8D58-2082-522B-71D8-33986A9292B3}"/>
          </ac:picMkLst>
        </pc:picChg>
      </pc:sldChg>
      <pc:sldChg chg="addSp delSp modSp mod">
        <pc:chgData name="Jesse Sharp" userId="4368e1a6-2bdf-4552-964d-574d8c8876e1" providerId="ADAL" clId="{2C2903FC-9178-4A65-BD21-A52DEFD50FB5}" dt="2023-07-13T04:56:50.729" v="634" actId="20577"/>
        <pc:sldMkLst>
          <pc:docMk/>
          <pc:sldMk cId="1072743655" sldId="269"/>
        </pc:sldMkLst>
        <pc:spChg chg="mod">
          <ac:chgData name="Jesse Sharp" userId="4368e1a6-2bdf-4552-964d-574d8c8876e1" providerId="ADAL" clId="{2C2903FC-9178-4A65-BD21-A52DEFD50FB5}" dt="2023-07-12T08:40:53.676" v="329"/>
          <ac:spMkLst>
            <pc:docMk/>
            <pc:sldMk cId="1072743655" sldId="269"/>
            <ac:spMk id="4" creationId="{6A0C9ED8-5E20-433F-932E-4F4C2A74D87B}"/>
          </ac:spMkLst>
        </pc:spChg>
        <pc:spChg chg="mod">
          <ac:chgData name="Jesse Sharp" userId="4368e1a6-2bdf-4552-964d-574d8c8876e1" providerId="ADAL" clId="{2C2903FC-9178-4A65-BD21-A52DEFD50FB5}" dt="2023-07-13T04:56:50.729" v="634" actId="20577"/>
          <ac:spMkLst>
            <pc:docMk/>
            <pc:sldMk cId="1072743655" sldId="269"/>
            <ac:spMk id="5" creationId="{7540C7FC-65E0-4801-9BAF-C7EE99479E21}"/>
          </ac:spMkLst>
        </pc:spChg>
        <pc:spChg chg="del">
          <ac:chgData name="Jesse Sharp" userId="4368e1a6-2bdf-4552-964d-574d8c8876e1" providerId="ADAL" clId="{2C2903FC-9178-4A65-BD21-A52DEFD50FB5}" dt="2023-07-13T04:47:47.751" v="427" actId="478"/>
          <ac:spMkLst>
            <pc:docMk/>
            <pc:sldMk cId="1072743655" sldId="269"/>
            <ac:spMk id="6" creationId="{CB156774-3349-48D3-A355-53FBEE451A59}"/>
          </ac:spMkLst>
        </pc:spChg>
        <pc:spChg chg="add mod">
          <ac:chgData name="Jesse Sharp" userId="4368e1a6-2bdf-4552-964d-574d8c8876e1" providerId="ADAL" clId="{2C2903FC-9178-4A65-BD21-A52DEFD50FB5}" dt="2023-07-13T04:56:30.708" v="629" actId="14100"/>
          <ac:spMkLst>
            <pc:docMk/>
            <pc:sldMk cId="1072743655" sldId="269"/>
            <ac:spMk id="7" creationId="{3D334FA8-A467-BE48-042A-C2924B40ABD4}"/>
          </ac:spMkLst>
        </pc:spChg>
        <pc:picChg chg="add mod">
          <ac:chgData name="Jesse Sharp" userId="4368e1a6-2bdf-4552-964d-574d8c8876e1" providerId="ADAL" clId="{2C2903FC-9178-4A65-BD21-A52DEFD50FB5}" dt="2023-07-13T04:55:10.221" v="527" actId="1076"/>
          <ac:picMkLst>
            <pc:docMk/>
            <pc:sldMk cId="1072743655" sldId="269"/>
            <ac:picMk id="3" creationId="{D20B9652-B1C7-6E05-7EF4-FDE0C751DDF8}"/>
          </ac:picMkLst>
        </pc:picChg>
      </pc:sldChg>
      <pc:sldChg chg="modSp mod">
        <pc:chgData name="Jesse Sharp" userId="4368e1a6-2bdf-4552-964d-574d8c8876e1" providerId="ADAL" clId="{2C2903FC-9178-4A65-BD21-A52DEFD50FB5}" dt="2023-07-12T06:39:39.477" v="34" actId="20577"/>
        <pc:sldMkLst>
          <pc:docMk/>
          <pc:sldMk cId="2693289624" sldId="275"/>
        </pc:sldMkLst>
        <pc:spChg chg="mod">
          <ac:chgData name="Jesse Sharp" userId="4368e1a6-2bdf-4552-964d-574d8c8876e1" providerId="ADAL" clId="{2C2903FC-9178-4A65-BD21-A52DEFD50FB5}" dt="2023-07-12T06:39:39.477" v="34" actId="20577"/>
          <ac:spMkLst>
            <pc:docMk/>
            <pc:sldMk cId="2693289624" sldId="275"/>
            <ac:spMk id="4" creationId="{4CB231B7-6131-0949-BB3E-AE7ACD17A209}"/>
          </ac:spMkLst>
        </pc:spChg>
      </pc:sldChg>
      <pc:sldChg chg="addSp delSp modSp add mod">
        <pc:chgData name="Jesse Sharp" userId="4368e1a6-2bdf-4552-964d-574d8c8876e1" providerId="ADAL" clId="{2C2903FC-9178-4A65-BD21-A52DEFD50FB5}" dt="2023-07-12T23:07:22.517" v="419" actId="6549"/>
        <pc:sldMkLst>
          <pc:docMk/>
          <pc:sldMk cId="2819788095" sldId="276"/>
        </pc:sldMkLst>
        <pc:spChg chg="mod">
          <ac:chgData name="Jesse Sharp" userId="4368e1a6-2bdf-4552-964d-574d8c8876e1" providerId="ADAL" clId="{2C2903FC-9178-4A65-BD21-A52DEFD50FB5}" dt="2023-07-12T06:42:05.633" v="80"/>
          <ac:spMkLst>
            <pc:docMk/>
            <pc:sldMk cId="2819788095" sldId="276"/>
            <ac:spMk id="4" creationId="{6A0C9ED8-5E20-433F-932E-4F4C2A74D87B}"/>
          </ac:spMkLst>
        </pc:spChg>
        <pc:spChg chg="mod">
          <ac:chgData name="Jesse Sharp" userId="4368e1a6-2bdf-4552-964d-574d8c8876e1" providerId="ADAL" clId="{2C2903FC-9178-4A65-BD21-A52DEFD50FB5}" dt="2023-07-12T23:07:22.517" v="419" actId="6549"/>
          <ac:spMkLst>
            <pc:docMk/>
            <pc:sldMk cId="2819788095" sldId="276"/>
            <ac:spMk id="5" creationId="{7540C7FC-65E0-4801-9BAF-C7EE99479E21}"/>
          </ac:spMkLst>
        </pc:spChg>
        <pc:spChg chg="del">
          <ac:chgData name="Jesse Sharp" userId="4368e1a6-2bdf-4552-964d-574d8c8876e1" providerId="ADAL" clId="{2C2903FC-9178-4A65-BD21-A52DEFD50FB5}" dt="2023-07-12T07:07:11.829" v="265" actId="478"/>
          <ac:spMkLst>
            <pc:docMk/>
            <pc:sldMk cId="2819788095" sldId="276"/>
            <ac:spMk id="6" creationId="{CB156774-3349-48D3-A355-53FBEE451A59}"/>
          </ac:spMkLst>
        </pc:spChg>
        <pc:picChg chg="add mod">
          <ac:chgData name="Jesse Sharp" userId="4368e1a6-2bdf-4552-964d-574d8c8876e1" providerId="ADAL" clId="{2C2903FC-9178-4A65-BD21-A52DEFD50FB5}" dt="2023-07-12T07:07:06.790" v="264" actId="14100"/>
          <ac:picMkLst>
            <pc:docMk/>
            <pc:sldMk cId="2819788095" sldId="276"/>
            <ac:picMk id="3" creationId="{86BDE358-BB9B-CC96-7763-ACDCA1EEDCCF}"/>
          </ac:picMkLst>
        </pc:picChg>
        <pc:picChg chg="add del">
          <ac:chgData name="Jesse Sharp" userId="4368e1a6-2bdf-4552-964d-574d8c8876e1" providerId="ADAL" clId="{2C2903FC-9178-4A65-BD21-A52DEFD50FB5}" dt="2023-07-12T07:07:50.966" v="267" actId="22"/>
          <ac:picMkLst>
            <pc:docMk/>
            <pc:sldMk cId="2819788095" sldId="276"/>
            <ac:picMk id="8" creationId="{A0FBB71C-0EAD-A70D-E6BD-6C5889F22C57}"/>
          </ac:picMkLst>
        </pc:picChg>
      </pc:sldChg>
      <pc:sldChg chg="addSp delSp modSp add mod">
        <pc:chgData name="Jesse Sharp" userId="4368e1a6-2bdf-4552-964d-574d8c8876e1" providerId="ADAL" clId="{2C2903FC-9178-4A65-BD21-A52DEFD50FB5}" dt="2023-07-12T08:39:24.250" v="328" actId="14100"/>
        <pc:sldMkLst>
          <pc:docMk/>
          <pc:sldMk cId="3779327755" sldId="277"/>
        </pc:sldMkLst>
        <pc:spChg chg="mod">
          <ac:chgData name="Jesse Sharp" userId="4368e1a6-2bdf-4552-964d-574d8c8876e1" providerId="ADAL" clId="{2C2903FC-9178-4A65-BD21-A52DEFD50FB5}" dt="2023-07-12T07:10:59.666" v="319" actId="113"/>
          <ac:spMkLst>
            <pc:docMk/>
            <pc:sldMk cId="3779327755" sldId="277"/>
            <ac:spMk id="5" creationId="{7540C7FC-65E0-4801-9BAF-C7EE99479E21}"/>
          </ac:spMkLst>
        </pc:spChg>
        <pc:picChg chg="del">
          <ac:chgData name="Jesse Sharp" userId="4368e1a6-2bdf-4552-964d-574d8c8876e1" providerId="ADAL" clId="{2C2903FC-9178-4A65-BD21-A52DEFD50FB5}" dt="2023-07-12T07:10:31.246" v="307" actId="478"/>
          <ac:picMkLst>
            <pc:docMk/>
            <pc:sldMk cId="3779327755" sldId="277"/>
            <ac:picMk id="3" creationId="{86BDE358-BB9B-CC96-7763-ACDCA1EEDCCF}"/>
          </ac:picMkLst>
        </pc:picChg>
        <pc:picChg chg="add del mod">
          <ac:chgData name="Jesse Sharp" userId="4368e1a6-2bdf-4552-964d-574d8c8876e1" providerId="ADAL" clId="{2C2903FC-9178-4A65-BD21-A52DEFD50FB5}" dt="2023-07-12T08:39:15.933" v="324" actId="478"/>
          <ac:picMkLst>
            <pc:docMk/>
            <pc:sldMk cId="3779327755" sldId="277"/>
            <ac:picMk id="6" creationId="{5DC0C0B7-3C9F-A693-2DE9-BD249AAE6F49}"/>
          </ac:picMkLst>
        </pc:picChg>
        <pc:picChg chg="add mod">
          <ac:chgData name="Jesse Sharp" userId="4368e1a6-2bdf-4552-964d-574d8c8876e1" providerId="ADAL" clId="{2C2903FC-9178-4A65-BD21-A52DEFD50FB5}" dt="2023-07-12T08:39:24.250" v="328" actId="14100"/>
          <ac:picMkLst>
            <pc:docMk/>
            <pc:sldMk cId="3779327755" sldId="277"/>
            <ac:picMk id="8" creationId="{04742E0C-B6F1-9B4B-6131-1364E753C072}"/>
          </ac:picMkLst>
        </pc:picChg>
      </pc:sldChg>
      <pc:sldChg chg="modSp add mod">
        <pc:chgData name="Jesse Sharp" userId="4368e1a6-2bdf-4552-964d-574d8c8876e1" providerId="ADAL" clId="{2C2903FC-9178-4A65-BD21-A52DEFD50FB5}" dt="2023-07-12T08:46:40.200" v="411" actId="20577"/>
        <pc:sldMkLst>
          <pc:docMk/>
          <pc:sldMk cId="1747380068" sldId="278"/>
        </pc:sldMkLst>
        <pc:spChg chg="mod">
          <ac:chgData name="Jesse Sharp" userId="4368e1a6-2bdf-4552-964d-574d8c8876e1" providerId="ADAL" clId="{2C2903FC-9178-4A65-BD21-A52DEFD50FB5}" dt="2023-07-12T08:46:40.200" v="411" actId="20577"/>
          <ac:spMkLst>
            <pc:docMk/>
            <pc:sldMk cId="1747380068" sldId="278"/>
            <ac:spMk id="2" creationId="{1C39CDCC-71ED-47D2-5FF0-2173A09B6781}"/>
          </ac:spMkLst>
        </pc:spChg>
        <pc:spChg chg="mod">
          <ac:chgData name="Jesse Sharp" userId="4368e1a6-2bdf-4552-964d-574d8c8876e1" providerId="ADAL" clId="{2C2903FC-9178-4A65-BD21-A52DEFD50FB5}" dt="2023-07-12T08:42:28.363" v="347"/>
          <ac:spMkLst>
            <pc:docMk/>
            <pc:sldMk cId="1747380068" sldId="278"/>
            <ac:spMk id="4" creationId="{9A5FA1BF-9CA9-4A56-829C-D41B5F2B9609}"/>
          </ac:spMkLst>
        </pc:spChg>
      </pc:sldChg>
      <pc:sldChg chg="addSp modSp add mod">
        <pc:chgData name="Jesse Sharp" userId="4368e1a6-2bdf-4552-964d-574d8c8876e1" providerId="ADAL" clId="{2C2903FC-9178-4A65-BD21-A52DEFD50FB5}" dt="2023-07-13T07:07:04.617" v="704" actId="14100"/>
        <pc:sldMkLst>
          <pc:docMk/>
          <pc:sldMk cId="3978724679" sldId="279"/>
        </pc:sldMkLst>
        <pc:spChg chg="mod">
          <ac:chgData name="Jesse Sharp" userId="4368e1a6-2bdf-4552-964d-574d8c8876e1" providerId="ADAL" clId="{2C2903FC-9178-4A65-BD21-A52DEFD50FB5}" dt="2023-07-13T04:57:11.529" v="636" actId="20577"/>
          <ac:spMkLst>
            <pc:docMk/>
            <pc:sldMk cId="3978724679" sldId="279"/>
            <ac:spMk id="5" creationId="{7540C7FC-65E0-4801-9BAF-C7EE99479E21}"/>
          </ac:spMkLst>
        </pc:spChg>
        <pc:spChg chg="add mod">
          <ac:chgData name="Jesse Sharp" userId="4368e1a6-2bdf-4552-964d-574d8c8876e1" providerId="ADAL" clId="{2C2903FC-9178-4A65-BD21-A52DEFD50FB5}" dt="2023-07-13T05:14:30.298" v="700" actId="20577"/>
          <ac:spMkLst>
            <pc:docMk/>
            <pc:sldMk cId="3978724679" sldId="279"/>
            <ac:spMk id="6" creationId="{14C5617F-501B-0737-7E19-557A96D7462C}"/>
          </ac:spMkLst>
        </pc:spChg>
        <pc:picChg chg="add mod">
          <ac:chgData name="Jesse Sharp" userId="4368e1a6-2bdf-4552-964d-574d8c8876e1" providerId="ADAL" clId="{2C2903FC-9178-4A65-BD21-A52DEFD50FB5}" dt="2023-07-13T07:07:04.617" v="704" actId="14100"/>
          <ac:picMkLst>
            <pc:docMk/>
            <pc:sldMk cId="3978724679" sldId="279"/>
            <ac:picMk id="3" creationId="{FF2108AA-DE41-37ED-E43A-0D90B647EC4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3E049B-39F8-44D4-9B8F-42AD3D16F7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3BBCFE28-325F-4C3C-8F0D-A0AE517A97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71F9AD-7D37-4888-8B9B-781FD21B16BF}" type="datetimeFigureOut">
              <a:rPr lang="en-AU" smtClean="0"/>
              <a:t>24/09/2024</a:t>
            </a:fld>
            <a:endParaRPr lang="en-AU"/>
          </a:p>
        </p:txBody>
      </p:sp>
      <p:sp>
        <p:nvSpPr>
          <p:cNvPr id="4" name="Footer Placeholder 3">
            <a:extLst>
              <a:ext uri="{FF2B5EF4-FFF2-40B4-BE49-F238E27FC236}">
                <a16:creationId xmlns:a16="http://schemas.microsoft.com/office/drawing/2014/main" id="{4C8CE3B7-0672-4B57-9D30-D10D7E5C511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CCBF396D-B88A-41A2-AA38-FD006DE099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AFDE8F-C651-4379-A3B3-52F461E28252}" type="slidenum">
              <a:rPr lang="en-AU" smtClean="0"/>
              <a:t>‹#›</a:t>
            </a:fld>
            <a:endParaRPr lang="en-AU"/>
          </a:p>
        </p:txBody>
      </p:sp>
    </p:spTree>
    <p:extLst>
      <p:ext uri="{BB962C8B-B14F-4D97-AF65-F5344CB8AC3E}">
        <p14:creationId xmlns:p14="http://schemas.microsoft.com/office/powerpoint/2010/main" val="1343053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59A025-9A62-48B8-80D3-02C5887C5AA6}" type="datetimeFigureOut">
              <a:rPr lang="en-AU" smtClean="0"/>
              <a:t>24/09/2024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ED44F-8DE0-4245-B02B-CC95FDAC3EA9}" type="slidenum">
              <a:rPr lang="en-AU" smtClean="0"/>
              <a:t>‹#›</a:t>
            </a:fld>
            <a:endParaRPr lang="en-AU"/>
          </a:p>
        </p:txBody>
      </p:sp>
    </p:spTree>
    <p:extLst>
      <p:ext uri="{BB962C8B-B14F-4D97-AF65-F5344CB8AC3E}">
        <p14:creationId xmlns:p14="http://schemas.microsoft.com/office/powerpoint/2010/main" val="1055935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A">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E63BC3E-8BC0-9941-844D-C5B29BBD726A}"/>
              </a:ext>
              <a:ext uri="{C183D7F6-B498-43B3-948B-1728B52AA6E4}">
                <adec:decorative xmlns:adec="http://schemas.microsoft.com/office/drawing/2017/decorative" val="1"/>
              </a:ext>
            </a:extLst>
          </p:cNvPr>
          <p:cNvSpPr/>
          <p:nvPr userDrawn="1"/>
        </p:nvSpPr>
        <p:spPr>
          <a:xfrm>
            <a:off x="0" y="0"/>
            <a:ext cx="12224569" cy="6858000"/>
          </a:xfrm>
          <a:prstGeom prst="rect">
            <a:avLst/>
          </a:prstGeom>
          <a:gradFill flip="none" rotWithShape="1">
            <a:gsLst>
              <a:gs pos="0">
                <a:srgbClr val="0C488E"/>
              </a:gs>
              <a:gs pos="83000">
                <a:srgbClr val="00061A"/>
              </a:gs>
              <a:gs pos="0">
                <a:srgbClr val="0F4372"/>
              </a:gs>
              <a:gs pos="34000">
                <a:srgbClr val="0F4372"/>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ext Placeholder 7">
            <a:extLst>
              <a:ext uri="{FF2B5EF4-FFF2-40B4-BE49-F238E27FC236}">
                <a16:creationId xmlns:a16="http://schemas.microsoft.com/office/drawing/2014/main" id="{7EDA747F-1CB7-F54E-B0A8-CA3CBC597EA1}"/>
              </a:ext>
              <a:ext uri="{C183D7F6-B498-43B3-948B-1728B52AA6E4}">
                <adec:decorative xmlns:adec="http://schemas.microsoft.com/office/drawing/2017/decorative" val="1"/>
              </a:ext>
            </a:extLst>
          </p:cNvPr>
          <p:cNvSpPr>
            <a:spLocks noGrp="1"/>
          </p:cNvSpPr>
          <p:nvPr>
            <p:ph type="body" sz="quarter" idx="10" hasCustomPrompt="1"/>
          </p:nvPr>
        </p:nvSpPr>
        <p:spPr>
          <a:xfrm>
            <a:off x="3929063" y="4833526"/>
            <a:ext cx="7380287" cy="933450"/>
          </a:xfrm>
        </p:spPr>
        <p:txBody>
          <a:bodyPr/>
          <a:lstStyle>
            <a:lvl1pPr algn="r">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School of Mathematical Sciences</a:t>
            </a:r>
          </a:p>
        </p:txBody>
      </p:sp>
      <p:sp>
        <p:nvSpPr>
          <p:cNvPr id="20" name="Subtitle 2">
            <a:extLst>
              <a:ext uri="{FF2B5EF4-FFF2-40B4-BE49-F238E27FC236}">
                <a16:creationId xmlns:a16="http://schemas.microsoft.com/office/drawing/2014/main" id="{935F116C-88D5-0D49-809F-8FE443A5E7CD}"/>
              </a:ext>
              <a:ext uri="{C183D7F6-B498-43B3-948B-1728B52AA6E4}">
                <adec:decorative xmlns:adec="http://schemas.microsoft.com/office/drawing/2017/decorative" val="1"/>
              </a:ext>
            </a:extLst>
          </p:cNvPr>
          <p:cNvSpPr>
            <a:spLocks noGrp="1"/>
          </p:cNvSpPr>
          <p:nvPr>
            <p:ph type="subTitle" idx="1" hasCustomPrompt="1"/>
          </p:nvPr>
        </p:nvSpPr>
        <p:spPr>
          <a:xfrm>
            <a:off x="3929063" y="4468172"/>
            <a:ext cx="7380370" cy="392650"/>
          </a:xfrm>
        </p:spPr>
        <p:txBody>
          <a:bodyPr>
            <a:normAutofit/>
          </a:bodyPr>
          <a:lstStyle>
            <a:lvl1pPr marL="0" indent="0" algn="r">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MXB362 – Advanced </a:t>
            </a:r>
            <a:r>
              <a:rPr lang="en-US" dirty="0" err="1"/>
              <a:t>Visualisation</a:t>
            </a:r>
            <a:r>
              <a:rPr lang="en-US" dirty="0"/>
              <a:t> and Data Science</a:t>
            </a:r>
            <a:endParaRPr lang="en-AU" dirty="0"/>
          </a:p>
        </p:txBody>
      </p:sp>
      <p:sp>
        <p:nvSpPr>
          <p:cNvPr id="21" name="Title 1">
            <a:extLst>
              <a:ext uri="{FF2B5EF4-FFF2-40B4-BE49-F238E27FC236}">
                <a16:creationId xmlns:a16="http://schemas.microsoft.com/office/drawing/2014/main" id="{CF636E63-7117-5041-893C-E7302B4C58AC}"/>
              </a:ext>
              <a:ext uri="{C183D7F6-B498-43B3-948B-1728B52AA6E4}">
                <adec:decorative xmlns:adec="http://schemas.microsoft.com/office/drawing/2017/decorative" val="1"/>
              </a:ext>
            </a:extLst>
          </p:cNvPr>
          <p:cNvSpPr>
            <a:spLocks noGrp="1"/>
          </p:cNvSpPr>
          <p:nvPr>
            <p:ph type="ctrTitle" hasCustomPrompt="1"/>
          </p:nvPr>
        </p:nvSpPr>
        <p:spPr>
          <a:xfrm>
            <a:off x="3929063" y="2481443"/>
            <a:ext cx="7380370" cy="1904842"/>
          </a:xfrm>
        </p:spPr>
        <p:txBody>
          <a:bodyPr anchor="ctr">
            <a:normAutofit/>
          </a:bodyPr>
          <a:lstStyle>
            <a:lvl1pPr algn="r">
              <a:defRPr sz="5400" b="1">
                <a:solidFill>
                  <a:schemeClr val="bg1"/>
                </a:solidFill>
              </a:defRPr>
            </a:lvl1pPr>
          </a:lstStyle>
          <a:p>
            <a:r>
              <a:rPr lang="en-US" dirty="0"/>
              <a:t>Click to edit: Presentation Title</a:t>
            </a:r>
            <a:endParaRPr lang="en-AU" dirty="0"/>
          </a:p>
        </p:txBody>
      </p:sp>
      <p:pic>
        <p:nvPicPr>
          <p:cNvPr id="22" name="Picture 21" descr="Logo - Queensland University of Technology">
            <a:extLst>
              <a:ext uri="{FF2B5EF4-FFF2-40B4-BE49-F238E27FC236}">
                <a16:creationId xmlns:a16="http://schemas.microsoft.com/office/drawing/2014/main" id="{DA91A798-491D-074B-8E2D-C132539F5E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2943" y="503285"/>
            <a:ext cx="1655763" cy="1655763"/>
          </a:xfrm>
          <a:prstGeom prst="rect">
            <a:avLst/>
          </a:prstGeom>
        </p:spPr>
      </p:pic>
    </p:spTree>
    <p:extLst>
      <p:ext uri="{BB962C8B-B14F-4D97-AF65-F5344CB8AC3E}">
        <p14:creationId xmlns:p14="http://schemas.microsoft.com/office/powerpoint/2010/main" val="3316132324"/>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B">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2DCAA9-E406-47F1-A9BE-27E854E6BB57}"/>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a:stretch/>
        </p:blipFill>
        <p:spPr>
          <a:xfrm flipV="1">
            <a:off x="0" y="234"/>
            <a:ext cx="12192000" cy="6857531"/>
          </a:xfrm>
          <a:prstGeom prst="rect">
            <a:avLst/>
          </a:prstGeom>
        </p:spPr>
      </p:pic>
      <p:sp>
        <p:nvSpPr>
          <p:cNvPr id="8" name="Text Placeholder 7">
            <a:extLst>
              <a:ext uri="{FF2B5EF4-FFF2-40B4-BE49-F238E27FC236}">
                <a16:creationId xmlns:a16="http://schemas.microsoft.com/office/drawing/2014/main" id="{74D90552-88DD-4DA4-992A-7250A7A902D8}"/>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14" name="Subtitle 2">
            <a:extLst>
              <a:ext uri="{FF2B5EF4-FFF2-40B4-BE49-F238E27FC236}">
                <a16:creationId xmlns:a16="http://schemas.microsoft.com/office/drawing/2014/main" id="{38852B28-BE93-4587-9CED-815C7F6AB19E}"/>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13" name="Title 1">
            <a:extLst>
              <a:ext uri="{FF2B5EF4-FFF2-40B4-BE49-F238E27FC236}">
                <a16:creationId xmlns:a16="http://schemas.microsoft.com/office/drawing/2014/main" id="{27AC9D05-6B8D-4C45-A52A-EF3F6CE3D462}"/>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171677179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C">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012886-D20F-4F2C-87BD-AA30C135A362}"/>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a:ext>
            </a:extLst>
          </a:blip>
          <a:srcRect/>
          <a:stretch/>
        </p:blipFill>
        <p:spPr>
          <a:xfrm>
            <a:off x="0" y="0"/>
            <a:ext cx="12192000" cy="6858001"/>
          </a:xfrm>
          <a:prstGeom prst="rect">
            <a:avLst/>
          </a:prstGeom>
        </p:spPr>
      </p:pic>
      <p:sp>
        <p:nvSpPr>
          <p:cNvPr id="10" name="Text Placeholder 7">
            <a:extLst>
              <a:ext uri="{FF2B5EF4-FFF2-40B4-BE49-F238E27FC236}">
                <a16:creationId xmlns:a16="http://schemas.microsoft.com/office/drawing/2014/main" id="{7F05BDEE-5B2B-40DE-9598-EC6DAA4C8079}"/>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76E70064-B817-42D9-83A5-81B9B37631A9}"/>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D427DC83-3791-4348-8D31-9DC78A111BB3}"/>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128956881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77EB0A-FD63-4491-8E9A-A41B15A13E4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l="7635" t="10269" r="2641" b="6"/>
          <a:stretch/>
        </p:blipFill>
        <p:spPr>
          <a:xfrm>
            <a:off x="-1" y="1"/>
            <a:ext cx="12192001" cy="6858000"/>
          </a:xfrm>
          <a:prstGeom prst="rect">
            <a:avLst/>
          </a:prstGeom>
        </p:spPr>
      </p:pic>
      <p:sp>
        <p:nvSpPr>
          <p:cNvPr id="10" name="Text Placeholder 7">
            <a:extLst>
              <a:ext uri="{FF2B5EF4-FFF2-40B4-BE49-F238E27FC236}">
                <a16:creationId xmlns:a16="http://schemas.microsoft.com/office/drawing/2014/main" id="{141F6C71-6539-411D-B9F4-970D4FA64873}"/>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4F34A4F6-0043-4B71-B53D-168738877617}"/>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61B0F8D3-1A5D-4A55-95F5-BD6A49BF3899}"/>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65470105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D3648EB6-3C0F-47AC-998B-1F86FA64CEED}"/>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66469" y="503285"/>
            <a:ext cx="1655763" cy="1655763"/>
          </a:xfrm>
          <a:prstGeom prst="rect">
            <a:avLst/>
          </a:prstGeom>
        </p:spPr>
      </p:pic>
    </p:spTree>
    <p:extLst>
      <p:ext uri="{BB962C8B-B14F-4D97-AF65-F5344CB8AC3E}">
        <p14:creationId xmlns:p14="http://schemas.microsoft.com/office/powerpoint/2010/main" val="854959397"/>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F">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D3648EB6-3C0F-47AC-998B-1F86FA64CEED}"/>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66469" y="503285"/>
            <a:ext cx="1655763" cy="1655763"/>
          </a:xfrm>
          <a:prstGeom prst="rect">
            <a:avLst/>
          </a:prstGeom>
        </p:spPr>
      </p:pic>
    </p:spTree>
    <p:extLst>
      <p:ext uri="{BB962C8B-B14F-4D97-AF65-F5344CB8AC3E}">
        <p14:creationId xmlns:p14="http://schemas.microsoft.com/office/powerpoint/2010/main" val="1418349408"/>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cknowledgement of Traditional Owner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69B65F8-F29C-4687-97B1-132017B0CAD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087980"/>
          </a:xfrm>
          <a:prstGeom prst="rect">
            <a:avLst/>
          </a:prstGeom>
        </p:spPr>
      </p:pic>
      <p:sp>
        <p:nvSpPr>
          <p:cNvPr id="10" name="TextBox 9">
            <a:extLst>
              <a:ext uri="{FF2B5EF4-FFF2-40B4-BE49-F238E27FC236}">
                <a16:creationId xmlns:a16="http://schemas.microsoft.com/office/drawing/2014/main" id="{47C840F1-E6C3-4979-8FDB-27FC3DA3D710}"/>
              </a:ext>
              <a:ext uri="{C183D7F6-B498-43B3-948B-1728B52AA6E4}">
                <adec:decorative xmlns:adec="http://schemas.microsoft.com/office/drawing/2017/decorative" val="1"/>
              </a:ext>
            </a:extLst>
          </p:cNvPr>
          <p:cNvSpPr txBox="1"/>
          <p:nvPr userDrawn="1"/>
        </p:nvSpPr>
        <p:spPr>
          <a:xfrm>
            <a:off x="3179702" y="3103031"/>
            <a:ext cx="5964654" cy="2339102"/>
          </a:xfrm>
          <a:prstGeom prst="rect">
            <a:avLst/>
          </a:prstGeom>
          <a:noFill/>
        </p:spPr>
        <p:txBody>
          <a:bodyPr wrap="square">
            <a:spAutoFit/>
          </a:bodyPr>
          <a:lstStyle/>
          <a:p>
            <a:pPr marR="0" algn="l" rtl="0">
              <a:lnSpc>
                <a:spcPct val="100000"/>
              </a:lnSpc>
              <a:spcAft>
                <a:spcPts val="600"/>
              </a:spcAft>
            </a:pPr>
            <a:r>
              <a:rPr lang="en-AU" sz="2400" b="0" i="0" u="none" strike="noStrike" baseline="30000" dirty="0">
                <a:solidFill>
                  <a:schemeClr val="bg1"/>
                </a:solidFill>
                <a:latin typeface="+mn-lt"/>
              </a:rPr>
              <a:t>QUT acknowledges the Turrbal and Yugara, as the First Nations owners of the lands where QUT now stands. We pay respect to their Elders, lores, customs and creation spirits. We recognise that these lands have always been places of teaching, research and learning. ​</a:t>
            </a:r>
          </a:p>
          <a:p>
            <a:pPr marR="0" algn="l" rtl="0">
              <a:lnSpc>
                <a:spcPct val="100000"/>
              </a:lnSpc>
              <a:spcAft>
                <a:spcPts val="600"/>
              </a:spcAft>
            </a:pPr>
            <a:r>
              <a:rPr lang="en-AU" sz="2400" b="0" i="0" u="none" strike="noStrike" baseline="30000" dirty="0">
                <a:solidFill>
                  <a:schemeClr val="bg1"/>
                </a:solidFill>
                <a:latin typeface="+mn-lt"/>
              </a:rPr>
              <a:t>QUT acknowledges the important role Aboriginal and Torres Strait Islander people play within the QUT community.​</a:t>
            </a:r>
          </a:p>
          <a:p>
            <a:pPr marR="0" algn="l" rtl="0">
              <a:lnSpc>
                <a:spcPct val="100000"/>
              </a:lnSpc>
              <a:spcAft>
                <a:spcPts val="600"/>
              </a:spcAft>
            </a:pPr>
            <a:endParaRPr lang="en-AU" sz="2400" dirty="0">
              <a:solidFill>
                <a:schemeClr val="bg1"/>
              </a:solidFill>
              <a:latin typeface="+mn-lt"/>
            </a:endParaRPr>
          </a:p>
        </p:txBody>
      </p:sp>
      <p:sp>
        <p:nvSpPr>
          <p:cNvPr id="12" name="TextBox 11">
            <a:extLst>
              <a:ext uri="{FF2B5EF4-FFF2-40B4-BE49-F238E27FC236}">
                <a16:creationId xmlns:a16="http://schemas.microsoft.com/office/drawing/2014/main" id="{0D8FB860-6D57-4BAC-8ECF-0B93F59FD5F7}"/>
              </a:ext>
              <a:ext uri="{C183D7F6-B498-43B3-948B-1728B52AA6E4}">
                <adec:decorative xmlns:adec="http://schemas.microsoft.com/office/drawing/2017/decorative" val="1"/>
              </a:ext>
            </a:extLst>
          </p:cNvPr>
          <p:cNvSpPr txBox="1"/>
          <p:nvPr userDrawn="1"/>
        </p:nvSpPr>
        <p:spPr>
          <a:xfrm>
            <a:off x="3179702" y="2675312"/>
            <a:ext cx="6093994" cy="379591"/>
          </a:xfrm>
          <a:prstGeom prst="rect">
            <a:avLst/>
          </a:prstGeom>
          <a:noFill/>
        </p:spPr>
        <p:txBody>
          <a:bodyPr wrap="square">
            <a:spAutoFit/>
          </a:bodyPr>
          <a:lstStyle/>
          <a:p>
            <a:pPr marR="0" algn="l" rtl="0"/>
            <a:r>
              <a:rPr lang="en-AU" sz="2800" b="1" i="0" u="none" strike="noStrike" baseline="30000" noProof="0">
                <a:solidFill>
                  <a:schemeClr val="bg1"/>
                </a:solidFill>
                <a:latin typeface="Arial" panose="020B0604020202020204" pitchFamily="34" charset="0"/>
              </a:rPr>
              <a:t>ACKNOWLEDGEMENT OF TRADITIONAL OWNERS </a:t>
            </a:r>
          </a:p>
        </p:txBody>
      </p:sp>
    </p:spTree>
    <p:extLst>
      <p:ext uri="{BB962C8B-B14F-4D97-AF65-F5344CB8AC3E}">
        <p14:creationId xmlns:p14="http://schemas.microsoft.com/office/powerpoint/2010/main" val="1610645131"/>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_Standard Slid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 uri="{C183D7F6-B498-43B3-948B-1728B52AA6E4}">
                <adec:decorative xmlns:adec="http://schemas.microsoft.com/office/drawing/2017/decorative" val="1"/>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p:nvPr>
        </p:nvSpPr>
        <p:spPr>
          <a:xfrm>
            <a:off x="468000" y="1800000"/>
            <a:ext cx="11232000" cy="3960000"/>
          </a:xfrm>
          <a:prstGeom prst="rect">
            <a:avLst/>
          </a:prstGeom>
        </p:spPr>
        <p:txBody>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latin typeface="+mj-lt"/>
              </a:defRPr>
            </a:lvl1pPr>
          </a:lstStyle>
          <a:p>
            <a:r>
              <a:rPr lang="en-US"/>
              <a:t>Click to edit Master title style</a:t>
            </a:r>
            <a:endParaRPr lang="en-AU" dirty="0"/>
          </a:p>
        </p:txBody>
      </p:sp>
    </p:spTree>
    <p:extLst>
      <p:ext uri="{BB962C8B-B14F-4D97-AF65-F5344CB8AC3E}">
        <p14:creationId xmlns:p14="http://schemas.microsoft.com/office/powerpoint/2010/main" val="69163181"/>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Standard slid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p>
            <a:r>
              <a:rPr lang="en-US"/>
              <a:t>Click to edit Master title style</a:t>
            </a:r>
            <a:endParaRPr lang="en-AU" dirty="0"/>
          </a:p>
        </p:txBody>
      </p:sp>
    </p:spTree>
    <p:extLst>
      <p:ext uri="{BB962C8B-B14F-4D97-AF65-F5344CB8AC3E}">
        <p14:creationId xmlns:p14="http://schemas.microsoft.com/office/powerpoint/2010/main" val="50584816"/>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4_Two column slide">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CED1A86-7C00-4B5E-BF2D-030A391AC223}"/>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4" name="Content Placeholder 3">
            <a:extLst>
              <a:ext uri="{FF2B5EF4-FFF2-40B4-BE49-F238E27FC236}">
                <a16:creationId xmlns:a16="http://schemas.microsoft.com/office/drawing/2014/main" id="{CFDA814E-6A9F-478A-8061-C5740CBC088C}"/>
              </a:ext>
              <a:ext uri="{C183D7F6-B498-43B3-948B-1728B52AA6E4}">
                <adec:decorative xmlns:adec="http://schemas.microsoft.com/office/drawing/2017/decorative" val="1"/>
              </a:ext>
            </a:extLst>
          </p:cNvPr>
          <p:cNvSpPr>
            <a:spLocks noGrp="1"/>
          </p:cNvSpPr>
          <p:nvPr>
            <p:ph sz="half" idx="2"/>
          </p:nvPr>
        </p:nvSpPr>
        <p:spPr>
          <a:xfrm>
            <a:off x="6189537" y="1800000"/>
            <a:ext cx="5510463" cy="3960000"/>
          </a:xfrm>
          <a:prstGeom prst="rect">
            <a:avLst/>
          </a:prstGeom>
        </p:spPr>
        <p:txBody>
          <a:bodyPr>
            <a:normAutofit/>
          </a:bodyPr>
          <a:lstStyle>
            <a:lvl1pPr>
              <a:defRPr sz="2000" baseline="0">
                <a:solidFill>
                  <a:srgbClr val="000619"/>
                </a:solidFill>
              </a:defRPr>
            </a:lvl1pPr>
            <a:lvl2pPr>
              <a:defRPr sz="2000" baseline="0">
                <a:solidFill>
                  <a:srgbClr val="000619"/>
                </a:solidFill>
              </a:defRPr>
            </a:lvl2pPr>
            <a:lvl3pPr>
              <a:defRPr sz="2000" baseline="0">
                <a:solidFill>
                  <a:srgbClr val="000619"/>
                </a:solidFill>
              </a:defRPr>
            </a:lvl3pPr>
            <a:lvl4pPr>
              <a:defRPr sz="2000" baseline="0">
                <a:solidFill>
                  <a:srgbClr val="000619"/>
                </a:solidFill>
              </a:defRPr>
            </a:lvl4pPr>
            <a:lvl5pPr>
              <a:defRPr sz="2000" baseline="0">
                <a:solidFill>
                  <a:srgbClr val="00061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2">
            <a:extLst>
              <a:ext uri="{FF2B5EF4-FFF2-40B4-BE49-F238E27FC236}">
                <a16:creationId xmlns:a16="http://schemas.microsoft.com/office/drawing/2014/main" id="{AE3B8D85-19EE-40D8-B0FC-72738D139668}"/>
              </a:ext>
              <a:ext uri="{C183D7F6-B498-43B3-948B-1728B52AA6E4}">
                <adec:decorative xmlns:adec="http://schemas.microsoft.com/office/drawing/2017/decorative" val="1"/>
              </a:ext>
            </a:extLst>
          </p:cNvPr>
          <p:cNvSpPr>
            <a:spLocks noGrp="1"/>
          </p:cNvSpPr>
          <p:nvPr>
            <p:ph sz="half" idx="1"/>
          </p:nvPr>
        </p:nvSpPr>
        <p:spPr>
          <a:xfrm>
            <a:off x="468000" y="1800000"/>
            <a:ext cx="5430253" cy="3960000"/>
          </a:xfrm>
          <a:prstGeom prst="rect">
            <a:avLst/>
          </a:prstGeom>
        </p:spPr>
        <p:txBody>
          <a:bodyPr>
            <a:normAutofit/>
          </a:bodyPr>
          <a:lstStyle>
            <a:lvl1pPr>
              <a:defRPr sz="2000" baseline="0">
                <a:solidFill>
                  <a:srgbClr val="1C1C1C"/>
                </a:solidFill>
              </a:defRPr>
            </a:lvl1pPr>
            <a:lvl2pPr>
              <a:defRPr sz="2000" baseline="0">
                <a:solidFill>
                  <a:srgbClr val="1C1C1C"/>
                </a:solidFill>
              </a:defRPr>
            </a:lvl2pPr>
            <a:lvl3pPr>
              <a:defRPr sz="2000" baseline="0">
                <a:solidFill>
                  <a:srgbClr val="1C1C1C"/>
                </a:solidFill>
              </a:defRPr>
            </a:lvl3pPr>
            <a:lvl4pPr>
              <a:defRPr sz="2000" baseline="0">
                <a:solidFill>
                  <a:srgbClr val="1C1C1C"/>
                </a:solidFill>
              </a:defRPr>
            </a:lvl4pPr>
            <a:lvl5pPr>
              <a:defRPr sz="2000" baseline="0">
                <a:solidFill>
                  <a:srgbClr val="1C1C1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3D32BEA0-D192-4426-8039-EC77442576C8}"/>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p>
            <a:r>
              <a:rPr lang="en-US"/>
              <a:t>Click to edit Master title style</a:t>
            </a:r>
            <a:endParaRPr lang="en-AU" dirty="0"/>
          </a:p>
        </p:txBody>
      </p:sp>
    </p:spTree>
    <p:extLst>
      <p:ext uri="{BB962C8B-B14F-4D97-AF65-F5344CB8AC3E}">
        <p14:creationId xmlns:p14="http://schemas.microsoft.com/office/powerpoint/2010/main" val="3990707427"/>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5_Dark blue highlight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342974789"/>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6_bright blue high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tx2"/>
                </a:solidFill>
              </a:defRPr>
            </a:lvl1pPr>
          </a:lstStyle>
          <a:p>
            <a:r>
              <a:rPr lang="en-US"/>
              <a:t>Click to edit Master title style</a:t>
            </a:r>
            <a:endParaRPr lang="en-AU" dirty="0"/>
          </a:p>
        </p:txBody>
      </p:sp>
    </p:spTree>
    <p:extLst>
      <p:ext uri="{BB962C8B-B14F-4D97-AF65-F5344CB8AC3E}">
        <p14:creationId xmlns:p14="http://schemas.microsoft.com/office/powerpoint/2010/main" val="3016836911"/>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blank ">
    <p:spTree>
      <p:nvGrpSpPr>
        <p:cNvPr id="1" name=""/>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00BC167D-F647-4BE2-BBA9-8ADE0451500E}"/>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Tree>
    <p:extLst>
      <p:ext uri="{BB962C8B-B14F-4D97-AF65-F5344CB8AC3E}">
        <p14:creationId xmlns:p14="http://schemas.microsoft.com/office/powerpoint/2010/main" val="1158394569"/>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Chapter Page_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3357113901"/>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Chapter Page_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Chapter Title</a:t>
            </a:r>
            <a:endParaRPr lang="en-AU" dirty="0"/>
          </a:p>
        </p:txBody>
      </p:sp>
    </p:spTree>
    <p:extLst>
      <p:ext uri="{BB962C8B-B14F-4D97-AF65-F5344CB8AC3E}">
        <p14:creationId xmlns:p14="http://schemas.microsoft.com/office/powerpoint/2010/main" val="1566651158"/>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Chapter Page_C">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223482554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descr="CRICOS No. 00213J">
            <a:extLst>
              <a:ext uri="{FF2B5EF4-FFF2-40B4-BE49-F238E27FC236}">
                <a16:creationId xmlns:a16="http://schemas.microsoft.com/office/drawing/2014/main" id="{3819D453-5A42-99B4-BEE6-9B49622C4FFE}"/>
              </a:ext>
            </a:extLst>
          </p:cNvPr>
          <p:cNvSpPr txBox="1"/>
          <p:nvPr userDrawn="1"/>
        </p:nvSpPr>
        <p:spPr>
          <a:xfrm>
            <a:off x="345920" y="5861551"/>
            <a:ext cx="2663287" cy="169277"/>
          </a:xfrm>
          <a:prstGeom prst="rect">
            <a:avLst/>
          </a:prstGeom>
          <a:noFill/>
        </p:spPr>
        <p:txBody>
          <a:bodyPr wrap="square" rtlCol="0">
            <a:spAutoFit/>
          </a:bodyPr>
          <a:lstStyle/>
          <a:p>
            <a:pPr algn="l"/>
            <a:r>
              <a:rPr lang="en-AU" sz="500" dirty="0">
                <a:solidFill>
                  <a:schemeClr val="bg2">
                    <a:lumMod val="75000"/>
                  </a:schemeClr>
                </a:solidFill>
              </a:rPr>
              <a:t>TEQSA Provider ID PRV12079  Australian University | CRICOS No.00213J</a:t>
            </a:r>
          </a:p>
        </p:txBody>
      </p:sp>
      <p:pic>
        <p:nvPicPr>
          <p:cNvPr id="10" name="Picture 9">
            <a:extLst>
              <a:ext uri="{FF2B5EF4-FFF2-40B4-BE49-F238E27FC236}">
                <a16:creationId xmlns:a16="http://schemas.microsoft.com/office/drawing/2014/main" id="{104FBEC7-6426-4AEC-A1CC-40670871954C}"/>
              </a:ext>
              <a:ext uri="{C183D7F6-B498-43B3-948B-1728B52AA6E4}">
                <adec:decorative xmlns:adec="http://schemas.microsoft.com/office/drawing/2017/decorative" val="1"/>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1" y="6080044"/>
            <a:ext cx="12192000" cy="777956"/>
          </a:xfrm>
          <a:prstGeom prst="rect">
            <a:avLst/>
          </a:prstGeom>
        </p:spPr>
      </p:pic>
      <p:pic>
        <p:nvPicPr>
          <p:cNvPr id="4" name="Picture 3" descr="Logo - Queensland University of Technology">
            <a:extLst>
              <a:ext uri="{FF2B5EF4-FFF2-40B4-BE49-F238E27FC236}">
                <a16:creationId xmlns:a16="http://schemas.microsoft.com/office/drawing/2014/main" id="{771F55EB-84E1-4510-9C72-0DF84EA1B1A4}"/>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1267892" y="6218210"/>
            <a:ext cx="481643" cy="481643"/>
          </a:xfrm>
          <a:prstGeom prst="rect">
            <a:avLst/>
          </a:prstGeom>
        </p:spPr>
      </p:pic>
      <p:sp>
        <p:nvSpPr>
          <p:cNvPr id="5" name="TextBox 4">
            <a:extLst>
              <a:ext uri="{FF2B5EF4-FFF2-40B4-BE49-F238E27FC236}">
                <a16:creationId xmlns:a16="http://schemas.microsoft.com/office/drawing/2014/main" id="{1475DFC8-C02E-4F5E-BE32-FE282B7EF40D}"/>
              </a:ext>
              <a:ext uri="{C183D7F6-B498-43B3-948B-1728B52AA6E4}">
                <adec:decorative xmlns:adec="http://schemas.microsoft.com/office/drawing/2017/decorative" val="1"/>
              </a:ext>
            </a:extLst>
          </p:cNvPr>
          <p:cNvSpPr txBox="1"/>
          <p:nvPr userDrawn="1"/>
        </p:nvSpPr>
        <p:spPr>
          <a:xfrm>
            <a:off x="345921" y="6228200"/>
            <a:ext cx="6049925" cy="446276"/>
          </a:xfrm>
          <a:prstGeom prst="rect">
            <a:avLst/>
          </a:prstGeom>
          <a:noFill/>
        </p:spPr>
        <p:txBody>
          <a:bodyPr wrap="square" rtlCol="0">
            <a:spAutoFit/>
          </a:bodyPr>
          <a:lstStyle/>
          <a:p>
            <a:r>
              <a:rPr lang="en-AU" sz="1200" b="1" dirty="0">
                <a:solidFill>
                  <a:schemeClr val="bg1"/>
                </a:solidFill>
              </a:rPr>
              <a:t>MXB362 – Advanced Visualisation and Data Sciences</a:t>
            </a:r>
          </a:p>
          <a:p>
            <a:r>
              <a:rPr lang="en-AU" sz="1100" b="0" dirty="0">
                <a:solidFill>
                  <a:schemeClr val="bg1"/>
                </a:solidFill>
              </a:rPr>
              <a:t>School of </a:t>
            </a:r>
            <a:r>
              <a:rPr lang="en-AU" sz="1100" b="0">
                <a:solidFill>
                  <a:schemeClr val="bg1"/>
                </a:solidFill>
              </a:rPr>
              <a:t>Mathematical Sciences</a:t>
            </a:r>
            <a:endParaRPr lang="en-AU" sz="1100" b="0" dirty="0">
              <a:solidFill>
                <a:schemeClr val="bg1"/>
              </a:solidFill>
            </a:endParaRPr>
          </a:p>
        </p:txBody>
      </p:sp>
      <p:sp>
        <p:nvSpPr>
          <p:cNvPr id="8" name="Text Placeholder 2">
            <a:extLst>
              <a:ext uri="{FF2B5EF4-FFF2-40B4-BE49-F238E27FC236}">
                <a16:creationId xmlns:a16="http://schemas.microsoft.com/office/drawing/2014/main" id="{1409811D-58FA-4569-BF65-03783DB26BAA}"/>
              </a:ext>
            </a:extLst>
          </p:cNvPr>
          <p:cNvSpPr>
            <a:spLocks noGrp="1"/>
          </p:cNvSpPr>
          <p:nvPr>
            <p:ph type="body" idx="1"/>
          </p:nvPr>
        </p:nvSpPr>
        <p:spPr>
          <a:xfrm>
            <a:off x="468000" y="1800000"/>
            <a:ext cx="11232000" cy="396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Placeholder 1">
            <a:extLst>
              <a:ext uri="{FF2B5EF4-FFF2-40B4-BE49-F238E27FC236}">
                <a16:creationId xmlns:a16="http://schemas.microsoft.com/office/drawing/2014/main" id="{EF70AB86-8F1E-44CD-82C9-F9C4926C0D76}"/>
              </a:ext>
            </a:extLst>
          </p:cNvPr>
          <p:cNvSpPr>
            <a:spLocks noGrp="1"/>
          </p:cNvSpPr>
          <p:nvPr>
            <p:ph type="title"/>
          </p:nvPr>
        </p:nvSpPr>
        <p:spPr>
          <a:xfrm>
            <a:off x="468000" y="360000"/>
            <a:ext cx="11232000" cy="1332000"/>
          </a:xfrm>
          <a:prstGeom prst="rect">
            <a:avLst/>
          </a:prstGeom>
        </p:spPr>
        <p:txBody>
          <a:bodyPr vert="horz" lIns="91440" tIns="45720" rIns="91440" bIns="45720" rtlCol="0" anchor="ctr">
            <a:normAutofit/>
          </a:bodyPr>
          <a:lstStyle/>
          <a:p>
            <a:r>
              <a:rPr lang="en-US"/>
              <a:t>Click to edit Master title style</a:t>
            </a:r>
            <a:endParaRPr lang="en-AU" dirty="0"/>
          </a:p>
        </p:txBody>
      </p:sp>
    </p:spTree>
    <p:extLst>
      <p:ext uri="{BB962C8B-B14F-4D97-AF65-F5344CB8AC3E}">
        <p14:creationId xmlns:p14="http://schemas.microsoft.com/office/powerpoint/2010/main" val="32327397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3" r:id="rId3"/>
    <p:sldLayoutId id="2147483662" r:id="rId4"/>
    <p:sldLayoutId id="2147483664" r:id="rId5"/>
    <p:sldLayoutId id="2147483668" r:id="rId6"/>
    <p:sldLayoutId id="2147483649" r:id="rId7"/>
    <p:sldLayoutId id="2147483650" r:id="rId8"/>
    <p:sldLayoutId id="2147483665" r:id="rId9"/>
    <p:sldLayoutId id="2147483652" r:id="rId10"/>
    <p:sldLayoutId id="2147483666" r:id="rId11"/>
    <p:sldLayoutId id="2147483667" r:id="rId12"/>
    <p:sldLayoutId id="2147483654" r:id="rId13"/>
    <p:sldLayoutId id="2147483669" r:id="rId14"/>
    <p:sldLayoutId id="2147483670" r:id="rId15"/>
    <p:sldLayoutId id="2147483671" r:id="rId16"/>
  </p:sldLayoutIdLst>
  <p:transition spd="med">
    <p:fade/>
  </p:transition>
  <p:hf sldNum="0" hdr="0" ftr="0" dt="0"/>
  <p:txStyles>
    <p:titleStyle>
      <a:lvl1pPr algn="l" defTabSz="914400" rtl="0" eaLnBrk="1" latinLnBrk="0" hangingPunct="1">
        <a:lnSpc>
          <a:spcPct val="90000"/>
        </a:lnSpc>
        <a:spcBef>
          <a:spcPct val="0"/>
        </a:spcBef>
        <a:buNone/>
        <a:defRPr sz="4400" b="1" kern="1200" baseline="0">
          <a:solidFill>
            <a:srgbClr val="164C7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3DE832-F663-6D4C-A6CE-16EE7AC91959}"/>
              </a:ext>
            </a:extLst>
          </p:cNvPr>
          <p:cNvSpPr>
            <a:spLocks noGrp="1"/>
          </p:cNvSpPr>
          <p:nvPr>
            <p:ph type="body" sz="quarter" idx="10"/>
          </p:nvPr>
        </p:nvSpPr>
        <p:spPr/>
        <p:txBody>
          <a:bodyPr/>
          <a:lstStyle/>
          <a:p>
            <a:endParaRPr lang="en-AU"/>
          </a:p>
        </p:txBody>
      </p:sp>
      <p:sp>
        <p:nvSpPr>
          <p:cNvPr id="3" name="Subtitle 2">
            <a:extLst>
              <a:ext uri="{FF2B5EF4-FFF2-40B4-BE49-F238E27FC236}">
                <a16:creationId xmlns:a16="http://schemas.microsoft.com/office/drawing/2014/main" id="{E3374E54-987E-7848-8633-7203E9A9200B}"/>
              </a:ext>
            </a:extLst>
          </p:cNvPr>
          <p:cNvSpPr>
            <a:spLocks noGrp="1"/>
          </p:cNvSpPr>
          <p:nvPr>
            <p:ph type="subTitle" idx="1"/>
          </p:nvPr>
        </p:nvSpPr>
        <p:spPr/>
        <p:txBody>
          <a:bodyPr/>
          <a:lstStyle/>
          <a:p>
            <a:endParaRPr lang="en-AU"/>
          </a:p>
        </p:txBody>
      </p:sp>
      <p:sp>
        <p:nvSpPr>
          <p:cNvPr id="4" name="Title 3">
            <a:extLst>
              <a:ext uri="{FF2B5EF4-FFF2-40B4-BE49-F238E27FC236}">
                <a16:creationId xmlns:a16="http://schemas.microsoft.com/office/drawing/2014/main" id="{4CB231B7-6131-0949-BB3E-AE7ACD17A209}"/>
              </a:ext>
            </a:extLst>
          </p:cNvPr>
          <p:cNvSpPr>
            <a:spLocks noGrp="1"/>
          </p:cNvSpPr>
          <p:nvPr>
            <p:ph type="ctrTitle"/>
          </p:nvPr>
        </p:nvSpPr>
        <p:spPr/>
        <p:txBody>
          <a:bodyPr/>
          <a:lstStyle/>
          <a:p>
            <a:r>
              <a:rPr lang="en-US" dirty="0" err="1"/>
              <a:t>Visualising</a:t>
            </a:r>
            <a:r>
              <a:rPr lang="en-US" dirty="0"/>
              <a:t> High Dimensional Data</a:t>
            </a:r>
            <a:endParaRPr lang="en-AU" dirty="0"/>
          </a:p>
        </p:txBody>
      </p:sp>
    </p:spTree>
    <p:extLst>
      <p:ext uri="{BB962C8B-B14F-4D97-AF65-F5344CB8AC3E}">
        <p14:creationId xmlns:p14="http://schemas.microsoft.com/office/powerpoint/2010/main" val="269328962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PCA vs LDA</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p:txBody>
          <a:bodyPr>
            <a:normAutofit fontScale="92500"/>
          </a:bodyPr>
          <a:lstStyle/>
          <a:p>
            <a:pPr marL="0" indent="0">
              <a:buNone/>
            </a:pPr>
            <a:r>
              <a:rPr lang="en-US" sz="2200" dirty="0"/>
              <a:t>Principal component analysis (</a:t>
            </a:r>
            <a:r>
              <a:rPr lang="en-US" sz="2200" b="1" dirty="0"/>
              <a:t>PCA</a:t>
            </a:r>
            <a:r>
              <a:rPr lang="en-US" sz="2200" dirty="0"/>
              <a:t>) is an </a:t>
            </a:r>
            <a:r>
              <a:rPr lang="en-US" sz="2200" i="1" dirty="0"/>
              <a:t>unsupervised </a:t>
            </a:r>
            <a:r>
              <a:rPr lang="en-US" sz="2200" dirty="0"/>
              <a:t>dimensional reduction method. It produces a set of </a:t>
            </a:r>
            <a:r>
              <a:rPr lang="en-US" sz="2200" i="1" dirty="0"/>
              <a:t>orthonormal basis vectors</a:t>
            </a:r>
            <a:r>
              <a:rPr lang="en-US" sz="2200" dirty="0"/>
              <a:t>, which can be used to reduce the dimensionality of a dataset while retaining a large proportion of the variance in the dataset. It is based on an eigenvalue/vector decomposition of the data’s correlation matrix.</a:t>
            </a:r>
          </a:p>
          <a:p>
            <a:endParaRPr lang="en-US" sz="2200" dirty="0"/>
          </a:p>
          <a:p>
            <a:pPr marL="0" indent="0">
              <a:buNone/>
            </a:pPr>
            <a:r>
              <a:rPr lang="en-US" sz="2200" dirty="0"/>
              <a:t>Linear discriminant analysis (</a:t>
            </a:r>
            <a:r>
              <a:rPr lang="en-US" sz="2200" b="1" dirty="0"/>
              <a:t>LDA</a:t>
            </a:r>
            <a:r>
              <a:rPr lang="en-US" sz="2200" dirty="0"/>
              <a:t>) is a </a:t>
            </a:r>
            <a:r>
              <a:rPr lang="en-US" sz="2200" i="1" dirty="0"/>
              <a:t>supervised</a:t>
            </a:r>
            <a:r>
              <a:rPr lang="en-US" sz="2200" dirty="0"/>
              <a:t> dimensional reduction technique. It works by projecting a higher dimensional dataset down onto a lower dimensional space, generally a single line. The best projection is the one that </a:t>
            </a:r>
            <a:r>
              <a:rPr lang="en-US" sz="2200" dirty="0" err="1"/>
              <a:t>maximises</a:t>
            </a:r>
            <a:r>
              <a:rPr lang="en-US" sz="2200" dirty="0"/>
              <a:t> Fisher’s linear discriminant – a metric that compares the variation between different groups, with the variation among the groups.</a:t>
            </a:r>
          </a:p>
          <a:p>
            <a:pPr marL="0" indent="0">
              <a:buNone/>
            </a:pPr>
            <a:endParaRPr lang="en-US" sz="2200" dirty="0"/>
          </a:p>
          <a:p>
            <a:pPr marL="0" indent="0">
              <a:buNone/>
            </a:pPr>
            <a:r>
              <a:rPr lang="en-US" sz="2200" dirty="0"/>
              <a:t>This week, we look at a first principles application of these techniques in R. </a:t>
            </a:r>
          </a:p>
          <a:p>
            <a:endParaRPr lang="en-AU" dirty="0"/>
          </a:p>
        </p:txBody>
      </p:sp>
    </p:spTree>
    <p:extLst>
      <p:ext uri="{BB962C8B-B14F-4D97-AF65-F5344CB8AC3E}">
        <p14:creationId xmlns:p14="http://schemas.microsoft.com/office/powerpoint/2010/main" val="2812679239"/>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p:txBody>
          <a:bodyPr/>
          <a:lstStyle/>
          <a:p>
            <a:r>
              <a:rPr lang="en-US" dirty="0"/>
              <a:t>Principal component analysis</a:t>
            </a:r>
            <a:endParaRPr lang="en-AU" dirty="0"/>
          </a:p>
        </p:txBody>
      </p:sp>
      <p:sp>
        <p:nvSpPr>
          <p:cNvPr id="2" name="Content Placeholder 5">
            <a:extLst>
              <a:ext uri="{FF2B5EF4-FFF2-40B4-BE49-F238E27FC236}">
                <a16:creationId xmlns:a16="http://schemas.microsoft.com/office/drawing/2014/main" id="{1C39CDCC-71ED-47D2-5FF0-2173A09B6781}"/>
              </a:ext>
            </a:extLst>
          </p:cNvPr>
          <p:cNvSpPr txBox="1">
            <a:spLocks/>
          </p:cNvSpPr>
          <p:nvPr/>
        </p:nvSpPr>
        <p:spPr>
          <a:xfrm>
            <a:off x="468000" y="1800000"/>
            <a:ext cx="11228956" cy="3960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Step 1: </a:t>
            </a:r>
            <a:r>
              <a:rPr lang="en-US" dirty="0"/>
              <a:t>Load the iris flower dataset constructed by Ronald Fisher</a:t>
            </a:r>
            <a:br>
              <a:rPr lang="en-US" dirty="0"/>
            </a:br>
            <a:r>
              <a:rPr lang="en-US" i="1" dirty="0"/>
              <a:t>data(iris)</a:t>
            </a:r>
          </a:p>
        </p:txBody>
      </p:sp>
      <p:pic>
        <p:nvPicPr>
          <p:cNvPr id="3" name="Picture 2" descr="GitHub - simonava5/fishers-iris-data: Fisher&amp;#39;s Iris Data - Project for GMIT  Course 52167 Programming and Scripting">
            <a:extLst>
              <a:ext uri="{FF2B5EF4-FFF2-40B4-BE49-F238E27FC236}">
                <a16:creationId xmlns:a16="http://schemas.microsoft.com/office/drawing/2014/main" id="{B10A8D58-2082-522B-71D8-33986A929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9981" y="2555900"/>
            <a:ext cx="8565085" cy="320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62518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0C9ED8-5E20-433F-932E-4F4C2A74D87B}"/>
              </a:ext>
            </a:extLst>
          </p:cNvPr>
          <p:cNvSpPr>
            <a:spLocks noGrp="1"/>
          </p:cNvSpPr>
          <p:nvPr>
            <p:ph type="title"/>
          </p:nvPr>
        </p:nvSpPr>
        <p:spPr/>
        <p:txBody>
          <a:bodyPr/>
          <a:lstStyle/>
          <a:p>
            <a:r>
              <a:rPr lang="en-US" dirty="0"/>
              <a:t>Principal component analysis</a:t>
            </a:r>
            <a:endParaRPr lang="en-AU" dirty="0"/>
          </a:p>
        </p:txBody>
      </p:sp>
      <p:sp>
        <p:nvSpPr>
          <p:cNvPr id="5" name="Content Placeholder 4">
            <a:extLst>
              <a:ext uri="{FF2B5EF4-FFF2-40B4-BE49-F238E27FC236}">
                <a16:creationId xmlns:a16="http://schemas.microsoft.com/office/drawing/2014/main" id="{7540C7FC-65E0-4801-9BAF-C7EE99479E21}"/>
              </a:ext>
            </a:extLst>
          </p:cNvPr>
          <p:cNvSpPr>
            <a:spLocks noGrp="1"/>
          </p:cNvSpPr>
          <p:nvPr>
            <p:ph sz="half" idx="1"/>
          </p:nvPr>
        </p:nvSpPr>
        <p:spPr/>
        <p:txBody>
          <a:bodyPr/>
          <a:lstStyle/>
          <a:p>
            <a:pPr marL="0" indent="0">
              <a:buFont typeface="Arial" panose="020B0604020202020204" pitchFamily="34" charset="0"/>
              <a:buNone/>
            </a:pPr>
            <a:r>
              <a:rPr lang="en-US" b="1" dirty="0"/>
              <a:t>Step 2: </a:t>
            </a:r>
            <a:r>
              <a:rPr lang="en-US" dirty="0"/>
              <a:t>Produce a scatter plot of each dimension of the dataset against each other dimension (i.e., a 𝑝-by-𝑝 grid). </a:t>
            </a:r>
            <a:r>
              <a:rPr lang="en-US" dirty="0" err="1"/>
              <a:t>Colour</a:t>
            </a:r>
            <a:r>
              <a:rPr lang="en-US" dirty="0"/>
              <a:t> code the different species.</a:t>
            </a:r>
          </a:p>
          <a:p>
            <a:pPr marL="0" indent="0">
              <a:buNone/>
            </a:pPr>
            <a:r>
              <a:rPr lang="en-AU" dirty="0"/>
              <a:t>In base R, you can achieve this using the </a:t>
            </a:r>
            <a:r>
              <a:rPr lang="en-AU" i="1" dirty="0"/>
              <a:t>pairs() </a:t>
            </a:r>
            <a:r>
              <a:rPr lang="en-AU" dirty="0"/>
              <a:t>function.</a:t>
            </a:r>
          </a:p>
          <a:p>
            <a:endParaRPr lang="en-AU" dirty="0"/>
          </a:p>
          <a:p>
            <a:endParaRPr lang="en-AU" dirty="0"/>
          </a:p>
        </p:txBody>
      </p:sp>
      <p:pic>
        <p:nvPicPr>
          <p:cNvPr id="3" name="Picture 2">
            <a:extLst>
              <a:ext uri="{FF2B5EF4-FFF2-40B4-BE49-F238E27FC236}">
                <a16:creationId xmlns:a16="http://schemas.microsoft.com/office/drawing/2014/main" id="{86BDE358-BB9B-CC96-7763-ACDCA1EEDCCF}"/>
              </a:ext>
            </a:extLst>
          </p:cNvPr>
          <p:cNvPicPr>
            <a:picLocks noChangeAspect="1"/>
          </p:cNvPicPr>
          <p:nvPr/>
        </p:nvPicPr>
        <p:blipFill>
          <a:blip r:embed="rId2"/>
          <a:stretch>
            <a:fillRect/>
          </a:stretch>
        </p:blipFill>
        <p:spPr>
          <a:xfrm>
            <a:off x="6189537" y="1800000"/>
            <a:ext cx="5598622" cy="3778454"/>
          </a:xfrm>
          <a:prstGeom prst="rect">
            <a:avLst/>
          </a:prstGeom>
        </p:spPr>
      </p:pic>
    </p:spTree>
    <p:extLst>
      <p:ext uri="{BB962C8B-B14F-4D97-AF65-F5344CB8AC3E}">
        <p14:creationId xmlns:p14="http://schemas.microsoft.com/office/powerpoint/2010/main" val="2819788095"/>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0C9ED8-5E20-433F-932E-4F4C2A74D87B}"/>
              </a:ext>
            </a:extLst>
          </p:cNvPr>
          <p:cNvSpPr>
            <a:spLocks noGrp="1"/>
          </p:cNvSpPr>
          <p:nvPr>
            <p:ph type="title"/>
          </p:nvPr>
        </p:nvSpPr>
        <p:spPr/>
        <p:txBody>
          <a:bodyPr/>
          <a:lstStyle/>
          <a:p>
            <a:r>
              <a:rPr lang="en-US" dirty="0"/>
              <a:t>Principal component analysis</a:t>
            </a:r>
            <a:endParaRPr lang="en-AU" dirty="0"/>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7540C7FC-65E0-4801-9BAF-C7EE99479E21}"/>
                  </a:ext>
                </a:extLst>
              </p:cNvPr>
              <p:cNvSpPr>
                <a:spLocks noGrp="1"/>
              </p:cNvSpPr>
              <p:nvPr>
                <p:ph sz="half" idx="1"/>
              </p:nvPr>
            </p:nvSpPr>
            <p:spPr/>
            <p:txBody>
              <a:bodyPr>
                <a:normAutofit fontScale="92500" lnSpcReduction="10000"/>
              </a:bodyPr>
              <a:lstStyle/>
              <a:p>
                <a:pPr marL="0" indent="0">
                  <a:buFont typeface="Arial" panose="020B0604020202020204" pitchFamily="34" charset="0"/>
                  <a:buNone/>
                </a:pPr>
                <a:r>
                  <a:rPr lang="en-US" sz="1900" b="1" dirty="0"/>
                  <a:t>Step 3: </a:t>
                </a:r>
                <a:r>
                  <a:rPr lang="en-US" sz="1900" dirty="0"/>
                  <a:t>Center the data by the mean value</a:t>
                </a:r>
              </a:p>
              <a:p>
                <a:pPr marL="0" indent="0">
                  <a:buFont typeface="Arial" panose="020B0604020202020204" pitchFamily="34" charset="0"/>
                  <a:buNone/>
                </a:pPr>
                <a:r>
                  <a:rPr lang="en-US" sz="1900" b="1" dirty="0"/>
                  <a:t>Step 4: </a:t>
                </a:r>
                <a:r>
                  <a:rPr lang="en-US" sz="1900" dirty="0"/>
                  <a:t>Calculate the 𝑝×𝑝 covariance matrix of the centered dataset: </a:t>
                </a:r>
                <a14:m>
                  <m:oMath xmlns:m="http://schemas.openxmlformats.org/officeDocument/2006/math">
                    <m:r>
                      <a:rPr lang="en-AU" sz="1900" b="0" i="1" smtClean="0">
                        <a:latin typeface="Cambria Math" panose="02040503050406030204" pitchFamily="18" charset="0"/>
                      </a:rPr>
                      <m:t>𝐶</m:t>
                    </m:r>
                    <m:r>
                      <a:rPr lang="en-AU" sz="1900" b="0" i="1" smtClean="0">
                        <a:latin typeface="Cambria Math" panose="02040503050406030204" pitchFamily="18" charset="0"/>
                      </a:rPr>
                      <m:t>=</m:t>
                    </m:r>
                    <m:nary>
                      <m:naryPr>
                        <m:chr m:val="∑"/>
                        <m:subHide m:val="on"/>
                        <m:supHide m:val="on"/>
                        <m:ctrlPr>
                          <a:rPr lang="en-AU" sz="1900" b="0" i="1" smtClean="0">
                            <a:latin typeface="Cambria Math" panose="02040503050406030204" pitchFamily="18" charset="0"/>
                          </a:rPr>
                        </m:ctrlPr>
                      </m:naryPr>
                      <m:sub/>
                      <m:sup/>
                      <m:e>
                        <m:r>
                          <a:rPr lang="en-AU" sz="1900" b="0" i="1" smtClean="0">
                            <a:latin typeface="Cambria Math" panose="02040503050406030204" pitchFamily="18" charset="0"/>
                          </a:rPr>
                          <m:t>𝑥</m:t>
                        </m:r>
                        <m:sSup>
                          <m:sSupPr>
                            <m:ctrlPr>
                              <a:rPr lang="en-AU" sz="1900" b="0" i="1" smtClean="0">
                                <a:latin typeface="Cambria Math" panose="02040503050406030204" pitchFamily="18" charset="0"/>
                              </a:rPr>
                            </m:ctrlPr>
                          </m:sSupPr>
                          <m:e>
                            <m:r>
                              <a:rPr lang="en-AU" sz="1900" b="0" i="1" smtClean="0">
                                <a:latin typeface="Cambria Math" panose="02040503050406030204" pitchFamily="18" charset="0"/>
                              </a:rPr>
                              <m:t>𝑥</m:t>
                            </m:r>
                          </m:e>
                          <m:sup>
                            <m:r>
                              <a:rPr lang="en-AU" sz="1900" b="0" i="1" smtClean="0">
                                <a:latin typeface="Cambria Math" panose="02040503050406030204" pitchFamily="18" charset="0"/>
                              </a:rPr>
                              <m:t>𝑇</m:t>
                            </m:r>
                          </m:sup>
                        </m:sSup>
                      </m:e>
                    </m:nary>
                  </m:oMath>
                </a14:m>
                <a:r>
                  <a:rPr lang="en-US" sz="1900" dirty="0"/>
                  <a:t>, where </a:t>
                </a:r>
                <a14:m>
                  <m:oMath xmlns:m="http://schemas.openxmlformats.org/officeDocument/2006/math">
                    <m:r>
                      <a:rPr lang="en-AU" sz="1900" b="0" i="1" smtClean="0">
                        <a:latin typeface="Cambria Math" panose="02040503050406030204" pitchFamily="18" charset="0"/>
                      </a:rPr>
                      <m:t>𝑥</m:t>
                    </m:r>
                  </m:oMath>
                </a14:m>
                <a:r>
                  <a:rPr lang="en-US" sz="1900" dirty="0"/>
                  <a:t> is a single datapoint/observation.</a:t>
                </a:r>
              </a:p>
              <a:p>
                <a:pPr marL="0" indent="0">
                  <a:buNone/>
                </a:pPr>
                <a:r>
                  <a:rPr lang="en-US" sz="1900" b="1" dirty="0"/>
                  <a:t>Step 5: </a:t>
                </a:r>
                <a:r>
                  <a:rPr lang="en-US" sz="1900" dirty="0"/>
                  <a:t>Calculate the eigenvalue decomposition of the covariance matrix. (</a:t>
                </a:r>
                <a:r>
                  <a:rPr lang="en-US" sz="1900" dirty="0" err="1"/>
                  <a:t>Normalised</a:t>
                </a:r>
                <a:r>
                  <a:rPr lang="en-US" sz="1900" dirty="0"/>
                  <a:t> eigenvectors are the principal components.)</a:t>
                </a:r>
              </a:p>
              <a:p>
                <a:pPr marL="0" indent="0">
                  <a:buNone/>
                </a:pPr>
                <a:r>
                  <a:rPr lang="en-US" sz="1900" b="1" dirty="0"/>
                  <a:t>Step 6</a:t>
                </a:r>
                <a:r>
                  <a:rPr lang="en-US" sz="1900" dirty="0"/>
                  <a:t>: Project the mean-centered dataset along the new basis vectors, and plot the projected data (</a:t>
                </a:r>
                <a:r>
                  <a:rPr lang="en-US" sz="1900" dirty="0" err="1"/>
                  <a:t>colour</a:t>
                </a:r>
                <a:r>
                  <a:rPr lang="en-US" sz="1900" dirty="0"/>
                  <a:t> coded by species) for the two principal components that explain the most variation.</a:t>
                </a:r>
              </a:p>
              <a:p>
                <a:pPr marL="0" indent="0">
                  <a:buNone/>
                </a:pPr>
                <a:r>
                  <a:rPr lang="en-US" sz="1900" dirty="0"/>
                  <a:t>(If </a:t>
                </a:r>
                <a14:m>
                  <m:oMath xmlns:m="http://schemas.openxmlformats.org/officeDocument/2006/math">
                    <m:r>
                      <a:rPr lang="en-AU" sz="1900" b="0" i="1" smtClean="0">
                        <a:latin typeface="Cambria Math" panose="02040503050406030204" pitchFamily="18" charset="0"/>
                      </a:rPr>
                      <m:t>𝑣</m:t>
                    </m:r>
                  </m:oMath>
                </a14:m>
                <a:r>
                  <a:rPr lang="en-US" sz="1900" dirty="0"/>
                  <a:t> is a principal component, the quantity we’re interested in is the magnitude of the projection of observation </a:t>
                </a:r>
                <a14:m>
                  <m:oMath xmlns:m="http://schemas.openxmlformats.org/officeDocument/2006/math">
                    <m:r>
                      <a:rPr lang="en-AU" sz="1900" b="0" i="1" smtClean="0">
                        <a:latin typeface="Cambria Math" panose="02040503050406030204" pitchFamily="18" charset="0"/>
                      </a:rPr>
                      <m:t>𝑥</m:t>
                    </m:r>
                  </m:oMath>
                </a14:m>
                <a:r>
                  <a:rPr lang="en-US" sz="1900" dirty="0"/>
                  <a:t> onto </a:t>
                </a:r>
                <a14:m>
                  <m:oMath xmlns:m="http://schemas.openxmlformats.org/officeDocument/2006/math">
                    <m:r>
                      <a:rPr lang="en-AU" sz="1900" b="0" i="1" smtClean="0">
                        <a:latin typeface="Cambria Math" panose="02040503050406030204" pitchFamily="18" charset="0"/>
                      </a:rPr>
                      <m:t>𝑣</m:t>
                    </m:r>
                  </m:oMath>
                </a14:m>
                <a:r>
                  <a:rPr lang="en-US" sz="1900" dirty="0"/>
                  <a:t> which is simply </a:t>
                </a:r>
                <a14:m>
                  <m:oMath xmlns:m="http://schemas.openxmlformats.org/officeDocument/2006/math">
                    <m:nary>
                      <m:naryPr>
                        <m:chr m:val="∑"/>
                        <m:supHide m:val="on"/>
                        <m:ctrlPr>
                          <a:rPr lang="en-AU" sz="1900" b="0" i="1" smtClean="0">
                            <a:latin typeface="Cambria Math" panose="02040503050406030204" pitchFamily="18" charset="0"/>
                          </a:rPr>
                        </m:ctrlPr>
                      </m:naryPr>
                      <m:sub>
                        <m:r>
                          <a:rPr lang="en-AU" sz="1900" b="0" i="1" smtClean="0">
                            <a:latin typeface="Cambria Math" panose="02040503050406030204" pitchFamily="18" charset="0"/>
                          </a:rPr>
                          <m:t>𝑖</m:t>
                        </m:r>
                      </m:sub>
                      <m:sup/>
                      <m:e>
                        <m:sSub>
                          <m:sSubPr>
                            <m:ctrlPr>
                              <a:rPr lang="en-AU" sz="1900" b="0" i="1" smtClean="0">
                                <a:latin typeface="Cambria Math" panose="02040503050406030204" pitchFamily="18" charset="0"/>
                              </a:rPr>
                            </m:ctrlPr>
                          </m:sSubPr>
                          <m:e>
                            <m:r>
                              <a:rPr lang="en-AU" sz="1900" b="0" i="1" smtClean="0">
                                <a:latin typeface="Cambria Math" panose="02040503050406030204" pitchFamily="18" charset="0"/>
                              </a:rPr>
                              <m:t>𝑥</m:t>
                            </m:r>
                          </m:e>
                          <m:sub>
                            <m:r>
                              <a:rPr lang="en-AU" sz="1900" b="0" i="1" smtClean="0">
                                <a:latin typeface="Cambria Math" panose="02040503050406030204" pitchFamily="18" charset="0"/>
                              </a:rPr>
                              <m:t>𝑖</m:t>
                            </m:r>
                          </m:sub>
                        </m:sSub>
                        <m:sSub>
                          <m:sSubPr>
                            <m:ctrlPr>
                              <a:rPr lang="en-AU" sz="1900" b="0" i="1" smtClean="0">
                                <a:latin typeface="Cambria Math" panose="02040503050406030204" pitchFamily="18" charset="0"/>
                              </a:rPr>
                            </m:ctrlPr>
                          </m:sSubPr>
                          <m:e>
                            <m:r>
                              <a:rPr lang="en-AU" sz="1900" b="0" i="1" smtClean="0">
                                <a:latin typeface="Cambria Math" panose="02040503050406030204" pitchFamily="18" charset="0"/>
                              </a:rPr>
                              <m:t>𝑣</m:t>
                            </m:r>
                          </m:e>
                          <m:sub>
                            <m:r>
                              <a:rPr lang="en-AU" sz="1900" b="0" i="1" smtClean="0">
                                <a:latin typeface="Cambria Math" panose="02040503050406030204" pitchFamily="18" charset="0"/>
                              </a:rPr>
                              <m:t>𝑖</m:t>
                            </m:r>
                          </m:sub>
                        </m:sSub>
                      </m:e>
                    </m:nary>
                  </m:oMath>
                </a14:m>
                <a:r>
                  <a:rPr lang="en-US" sz="1900" dirty="0"/>
                  <a:t>.)</a:t>
                </a:r>
              </a:p>
              <a:p>
                <a:pPr marL="0" indent="0">
                  <a:buFont typeface="Arial" panose="020B0604020202020204" pitchFamily="34" charset="0"/>
                  <a:buNone/>
                </a:pPr>
                <a:endParaRPr lang="en-AU" b="1" dirty="0"/>
              </a:p>
              <a:p>
                <a:endParaRPr lang="en-AU" dirty="0"/>
              </a:p>
            </p:txBody>
          </p:sp>
        </mc:Choice>
        <mc:Fallback>
          <p:sp>
            <p:nvSpPr>
              <p:cNvPr id="5" name="Content Placeholder 4">
                <a:extLst>
                  <a:ext uri="{FF2B5EF4-FFF2-40B4-BE49-F238E27FC236}">
                    <a16:creationId xmlns:a16="http://schemas.microsoft.com/office/drawing/2014/main" id="{7540C7FC-65E0-4801-9BAF-C7EE99479E21}"/>
                  </a:ext>
                </a:extLst>
              </p:cNvPr>
              <p:cNvSpPr>
                <a:spLocks noGrp="1" noRot="1" noChangeAspect="1" noMove="1" noResize="1" noEditPoints="1" noAdjustHandles="1" noChangeArrowheads="1" noChangeShapeType="1" noTextEdit="1"/>
              </p:cNvSpPr>
              <p:nvPr>
                <p:ph sz="half" idx="1"/>
              </p:nvPr>
            </p:nvSpPr>
            <p:spPr>
              <a:blipFill>
                <a:blip r:embed="rId2"/>
                <a:stretch>
                  <a:fillRect l="-1010" t="-2154" b="-10154"/>
                </a:stretch>
              </a:blipFill>
            </p:spPr>
            <p:txBody>
              <a:bodyPr/>
              <a:lstStyle/>
              <a:p>
                <a:r>
                  <a:rPr lang="en-AU">
                    <a:noFill/>
                  </a:rPr>
                  <a:t> </a:t>
                </a:r>
              </a:p>
            </p:txBody>
          </p:sp>
        </mc:Fallback>
      </mc:AlternateContent>
      <p:pic>
        <p:nvPicPr>
          <p:cNvPr id="8" name="Picture 7">
            <a:extLst>
              <a:ext uri="{FF2B5EF4-FFF2-40B4-BE49-F238E27FC236}">
                <a16:creationId xmlns:a16="http://schemas.microsoft.com/office/drawing/2014/main" id="{04742E0C-B6F1-9B4B-6131-1364E753C072}"/>
              </a:ext>
            </a:extLst>
          </p:cNvPr>
          <p:cNvPicPr>
            <a:picLocks noChangeAspect="1"/>
          </p:cNvPicPr>
          <p:nvPr/>
        </p:nvPicPr>
        <p:blipFill>
          <a:blip r:embed="rId3"/>
          <a:stretch>
            <a:fillRect/>
          </a:stretch>
        </p:blipFill>
        <p:spPr>
          <a:xfrm>
            <a:off x="6989942" y="1663680"/>
            <a:ext cx="3909215" cy="3963954"/>
          </a:xfrm>
          <a:prstGeom prst="rect">
            <a:avLst/>
          </a:prstGeom>
        </p:spPr>
      </p:pic>
    </p:spTree>
    <p:extLst>
      <p:ext uri="{BB962C8B-B14F-4D97-AF65-F5344CB8AC3E}">
        <p14:creationId xmlns:p14="http://schemas.microsoft.com/office/powerpoint/2010/main" val="377932775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0C9ED8-5E20-433F-932E-4F4C2A74D87B}"/>
              </a:ext>
            </a:extLst>
          </p:cNvPr>
          <p:cNvSpPr>
            <a:spLocks noGrp="1"/>
          </p:cNvSpPr>
          <p:nvPr>
            <p:ph type="title"/>
          </p:nvPr>
        </p:nvSpPr>
        <p:spPr/>
        <p:txBody>
          <a:bodyPr/>
          <a:lstStyle/>
          <a:p>
            <a:r>
              <a:rPr lang="en-US" dirty="0"/>
              <a:t>Linear Discriminant Analysis</a:t>
            </a:r>
            <a:endParaRPr lang="en-AU"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40C7FC-65E0-4801-9BAF-C7EE99479E21}"/>
                  </a:ext>
                </a:extLst>
              </p:cNvPr>
              <p:cNvSpPr>
                <a:spLocks noGrp="1"/>
              </p:cNvSpPr>
              <p:nvPr>
                <p:ph sz="half" idx="1"/>
              </p:nvPr>
            </p:nvSpPr>
            <p:spPr/>
            <p:txBody>
              <a:bodyPr>
                <a:normAutofit/>
              </a:bodyPr>
              <a:lstStyle/>
              <a:p>
                <a:pPr marL="0" indent="0">
                  <a:buNone/>
                </a:pPr>
                <a:r>
                  <a:rPr lang="en-US" b="1" dirty="0"/>
                  <a:t>Step 1</a:t>
                </a:r>
                <a:r>
                  <a:rPr lang="en-US" dirty="0"/>
                  <a:t>: Load the iris dataset, extract columns 1 and 3, and standardize to 𝜇=0, 𝜎=1.</a:t>
                </a:r>
              </a:p>
              <a:p>
                <a:pPr marL="0" indent="0">
                  <a:buNone/>
                </a:pPr>
                <a:r>
                  <a:rPr lang="en-US" b="1" dirty="0"/>
                  <a:t>Step 2</a:t>
                </a:r>
                <a:r>
                  <a:rPr lang="en-US" dirty="0"/>
                  <a:t>: Create a numerical species ID vector.</a:t>
                </a:r>
              </a:p>
              <a:p>
                <a:pPr marL="0" indent="0">
                  <a:buNone/>
                </a:pPr>
                <a:r>
                  <a:rPr lang="en-US" b="1" dirty="0"/>
                  <a:t>Step 3: </a:t>
                </a:r>
                <a:r>
                  <a:rPr lang="en-US" dirty="0"/>
                  <a:t>Propose a </a:t>
                </a:r>
                <a14:m>
                  <m:oMath xmlns:m="http://schemas.openxmlformats.org/officeDocument/2006/math">
                    <m:r>
                      <a:rPr lang="en-AU" b="0" i="1" dirty="0" smtClean="0">
                        <a:latin typeface="Cambria Math" panose="02040503050406030204" pitchFamily="18" charset="0"/>
                      </a:rPr>
                      <m:t>2</m:t>
                    </m:r>
                    <m:r>
                      <a:rPr lang="en-AU" i="1" dirty="0">
                        <a:latin typeface="Cambria Math" panose="02040503050406030204" pitchFamily="18" charset="0"/>
                      </a:rPr>
                      <m:t>×1 </m:t>
                    </m:r>
                  </m:oMath>
                </a14:m>
                <a:r>
                  <a:rPr lang="en-US" dirty="0"/>
                  <a:t>projection vector </a:t>
                </a:r>
                <a14:m>
                  <m:oMath xmlns:m="http://schemas.openxmlformats.org/officeDocument/2006/math">
                    <m:r>
                      <a:rPr lang="en-AU" b="0" i="1" dirty="0">
                        <a:latin typeface="Cambria Math" panose="02040503050406030204" pitchFamily="18" charset="0"/>
                      </a:rPr>
                      <m:t>𝑊</m:t>
                    </m:r>
                  </m:oMath>
                </a14:m>
                <a:r>
                  <a:rPr lang="en-US" dirty="0"/>
                  <a:t> with </a:t>
                </a:r>
                <a14:m>
                  <m:oMath xmlns:m="http://schemas.openxmlformats.org/officeDocument/2006/math">
                    <m:d>
                      <m:dPr>
                        <m:begChr m:val="‖"/>
                        <m:endChr m:val="‖"/>
                        <m:ctrlPr>
                          <a:rPr lang="en-US" i="1" dirty="0">
                            <a:latin typeface="Cambria Math" panose="02040503050406030204" pitchFamily="18" charset="0"/>
                          </a:rPr>
                        </m:ctrlPr>
                      </m:dPr>
                      <m:e>
                        <m:r>
                          <a:rPr lang="en-AU" b="0" i="1" dirty="0">
                            <a:latin typeface="Cambria Math" panose="02040503050406030204" pitchFamily="18" charset="0"/>
                          </a:rPr>
                          <m:t>𝑊</m:t>
                        </m:r>
                      </m:e>
                    </m:d>
                    <m:r>
                      <a:rPr lang="en-AU" b="0" i="1" dirty="0">
                        <a:latin typeface="Cambria Math" panose="02040503050406030204" pitchFamily="18" charset="0"/>
                      </a:rPr>
                      <m:t>=1</m:t>
                    </m:r>
                    <m:r>
                      <a:rPr lang="en-US" b="0" i="1" dirty="0" smtClean="0">
                        <a:latin typeface="Cambria Math" panose="02040503050406030204" pitchFamily="18" charset="0"/>
                      </a:rPr>
                      <m:t>,</m:t>
                    </m:r>
                  </m:oMath>
                </a14:m>
                <a:r>
                  <a:rPr lang="en-US" dirty="0"/>
                  <a:t> or </a:t>
                </a:r>
                <a:r>
                  <a:rPr lang="en-US" dirty="0" err="1"/>
                  <a:t>normalise</a:t>
                </a:r>
                <a:r>
                  <a:rPr lang="en-US" dirty="0"/>
                  <a:t> afterwards, e.g.:</a:t>
                </a:r>
              </a:p>
              <a:p>
                <a:pPr marL="0" indent="0">
                  <a:buNone/>
                </a:pPr>
                <a:r>
                  <a:rPr lang="en-US" dirty="0"/>
                  <a:t>W = c(1, 1)</a:t>
                </a:r>
              </a:p>
              <a:p>
                <a:pPr marL="0" indent="0">
                  <a:buNone/>
                </a:pPr>
                <a:r>
                  <a:rPr lang="pl-PL" dirty="0"/>
                  <a:t>W </a:t>
                </a:r>
                <a:r>
                  <a:rPr lang="en-US" dirty="0"/>
                  <a:t>=</a:t>
                </a:r>
                <a:r>
                  <a:rPr lang="pl-PL" dirty="0"/>
                  <a:t> </a:t>
                </a:r>
                <a:r>
                  <a:rPr lang="en-US" dirty="0"/>
                  <a:t>W</a:t>
                </a:r>
                <a:r>
                  <a:rPr lang="pl-PL" dirty="0"/>
                  <a:t>/sqrt(sum(</a:t>
                </a:r>
                <a:r>
                  <a:rPr lang="en-US" dirty="0"/>
                  <a:t>W</a:t>
                </a:r>
                <a:r>
                  <a:rPr lang="pl-PL" dirty="0"/>
                  <a:t>^2))</a:t>
                </a:r>
                <a:endParaRPr lang="en-US" dirty="0"/>
              </a:p>
              <a:p>
                <a:pPr marL="0" indent="0">
                  <a:buNone/>
                </a:pPr>
                <a:r>
                  <a:rPr lang="en-US" b="1" dirty="0"/>
                  <a:t>Step 4: </a:t>
                </a:r>
                <a:r>
                  <a:rPr lang="en-AU" dirty="0"/>
                  <a:t>Project the reduced iris dataset onto this projection vector</a:t>
                </a:r>
              </a:p>
              <a:p>
                <a:pPr marL="0" indent="0">
                  <a:buNone/>
                </a:pPr>
                <a:r>
                  <a:rPr lang="en-AU" b="1" dirty="0"/>
                  <a:t>Step 5: </a:t>
                </a:r>
                <a:r>
                  <a:rPr lang="en-US" dirty="0"/>
                  <a:t>Calculate Fisher’s linear discriminant for this projection 𝐽(𝑊)</a:t>
                </a:r>
              </a:p>
              <a:p>
                <a:endParaRPr lang="en-AU" dirty="0"/>
              </a:p>
            </p:txBody>
          </p:sp>
        </mc:Choice>
        <mc:Fallback xmlns="">
          <p:sp>
            <p:nvSpPr>
              <p:cNvPr id="5" name="Content Placeholder 4">
                <a:extLst>
                  <a:ext uri="{FF2B5EF4-FFF2-40B4-BE49-F238E27FC236}">
                    <a16:creationId xmlns:a16="http://schemas.microsoft.com/office/drawing/2014/main" id="{7540C7FC-65E0-4801-9BAF-C7EE99479E21}"/>
                  </a:ext>
                </a:extLst>
              </p:cNvPr>
              <p:cNvSpPr>
                <a:spLocks noGrp="1" noRot="1" noChangeAspect="1" noMove="1" noResize="1" noEditPoints="1" noAdjustHandles="1" noChangeArrowheads="1" noChangeShapeType="1" noTextEdit="1"/>
              </p:cNvSpPr>
              <p:nvPr>
                <p:ph sz="half" idx="1"/>
              </p:nvPr>
            </p:nvSpPr>
            <p:spPr>
              <a:blipFill>
                <a:blip r:embed="rId2"/>
                <a:stretch>
                  <a:fillRect l="-1235" t="-1385" b="-615"/>
                </a:stretch>
              </a:blipFill>
            </p:spPr>
            <p:txBody>
              <a:bodyPr/>
              <a:lstStyle/>
              <a:p>
                <a:r>
                  <a:rPr lang="en-AU">
                    <a:noFill/>
                  </a:rPr>
                  <a:t> </a:t>
                </a:r>
              </a:p>
            </p:txBody>
          </p:sp>
        </mc:Fallback>
      </mc:AlternateContent>
      <p:pic>
        <p:nvPicPr>
          <p:cNvPr id="3" name="Picture 2">
            <a:extLst>
              <a:ext uri="{FF2B5EF4-FFF2-40B4-BE49-F238E27FC236}">
                <a16:creationId xmlns:a16="http://schemas.microsoft.com/office/drawing/2014/main" id="{D20B9652-B1C7-6E05-7EF4-FDE0C751DDF8}"/>
              </a:ext>
            </a:extLst>
          </p:cNvPr>
          <p:cNvPicPr>
            <a:picLocks noChangeAspect="1"/>
          </p:cNvPicPr>
          <p:nvPr/>
        </p:nvPicPr>
        <p:blipFill>
          <a:blip r:embed="rId3"/>
          <a:stretch>
            <a:fillRect/>
          </a:stretch>
        </p:blipFill>
        <p:spPr>
          <a:xfrm>
            <a:off x="7665003" y="1398406"/>
            <a:ext cx="3604765" cy="4210508"/>
          </a:xfrm>
          <a:prstGeom prst="rect">
            <a:avLst/>
          </a:prstGeom>
        </p:spPr>
      </p:pic>
      <p:sp>
        <p:nvSpPr>
          <p:cNvPr id="7" name="TextBox 6">
            <a:extLst>
              <a:ext uri="{FF2B5EF4-FFF2-40B4-BE49-F238E27FC236}">
                <a16:creationId xmlns:a16="http://schemas.microsoft.com/office/drawing/2014/main" id="{3D334FA8-A467-BE48-042A-C2924B40ABD4}"/>
              </a:ext>
            </a:extLst>
          </p:cNvPr>
          <p:cNvSpPr txBox="1"/>
          <p:nvPr/>
        </p:nvSpPr>
        <p:spPr>
          <a:xfrm>
            <a:off x="7609772" y="5459594"/>
            <a:ext cx="4283648" cy="646331"/>
          </a:xfrm>
          <a:prstGeom prst="rect">
            <a:avLst/>
          </a:prstGeom>
          <a:noFill/>
        </p:spPr>
        <p:txBody>
          <a:bodyPr wrap="square" rtlCol="0">
            <a:spAutoFit/>
          </a:bodyPr>
          <a:lstStyle/>
          <a:p>
            <a:r>
              <a:rPr lang="en-US" dirty="0"/>
              <a:t>Note: W=(1,1), shown here, does a poor job of separating the different species </a:t>
            </a:r>
            <a:endParaRPr lang="en-AU" dirty="0"/>
          </a:p>
        </p:txBody>
      </p:sp>
    </p:spTree>
    <p:extLst>
      <p:ext uri="{BB962C8B-B14F-4D97-AF65-F5344CB8AC3E}">
        <p14:creationId xmlns:p14="http://schemas.microsoft.com/office/powerpoint/2010/main" val="107274365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0C9ED8-5E20-433F-932E-4F4C2A74D87B}"/>
              </a:ext>
            </a:extLst>
          </p:cNvPr>
          <p:cNvSpPr>
            <a:spLocks noGrp="1"/>
          </p:cNvSpPr>
          <p:nvPr>
            <p:ph type="title"/>
          </p:nvPr>
        </p:nvSpPr>
        <p:spPr/>
        <p:txBody>
          <a:bodyPr/>
          <a:lstStyle/>
          <a:p>
            <a:r>
              <a:rPr lang="en-US" dirty="0"/>
              <a:t>Linear Discriminant Analysis</a:t>
            </a:r>
            <a:endParaRPr lang="en-AU"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40C7FC-65E0-4801-9BAF-C7EE99479E21}"/>
                  </a:ext>
                </a:extLst>
              </p:cNvPr>
              <p:cNvSpPr>
                <a:spLocks noGrp="1"/>
              </p:cNvSpPr>
              <p:nvPr>
                <p:ph sz="half" idx="1"/>
              </p:nvPr>
            </p:nvSpPr>
            <p:spPr/>
            <p:txBody>
              <a:bodyPr/>
              <a:lstStyle/>
              <a:p>
                <a:pPr marL="0" indent="0">
                  <a:buNone/>
                </a:pPr>
                <a:r>
                  <a:rPr lang="en-US" b="1" dirty="0"/>
                  <a:t>Step 6</a:t>
                </a:r>
                <a:r>
                  <a:rPr lang="en-US" dirty="0"/>
                  <a:t>: Use trial-and-error, or an optimisation routine, to calculate an effective projection vector that maximises </a:t>
                </a:r>
                <a14:m>
                  <m:oMath xmlns:m="http://schemas.openxmlformats.org/officeDocument/2006/math">
                    <m:r>
                      <a:rPr lang="en-AU" i="1" dirty="0">
                        <a:latin typeface="Cambria Math" panose="02040503050406030204" pitchFamily="18" charset="0"/>
                      </a:rPr>
                      <m:t>𝐽</m:t>
                    </m:r>
                    <m:d>
                      <m:dPr>
                        <m:ctrlPr>
                          <a:rPr lang="en-AU" i="1" dirty="0">
                            <a:latin typeface="Cambria Math" panose="02040503050406030204" pitchFamily="18" charset="0"/>
                          </a:rPr>
                        </m:ctrlPr>
                      </m:dPr>
                      <m:e>
                        <m:r>
                          <a:rPr lang="en-AU" i="1" dirty="0">
                            <a:latin typeface="Cambria Math" panose="02040503050406030204" pitchFamily="18" charset="0"/>
                          </a:rPr>
                          <m:t>𝑊</m:t>
                        </m:r>
                      </m:e>
                    </m:d>
                  </m:oMath>
                </a14:m>
                <a:r>
                  <a:rPr lang="en-US" dirty="0"/>
                  <a:t>. Visualise the resulting projection using histograms.</a:t>
                </a:r>
                <a:endParaRPr lang="en-AU" dirty="0"/>
              </a:p>
            </p:txBody>
          </p:sp>
        </mc:Choice>
        <mc:Fallback xmlns="">
          <p:sp>
            <p:nvSpPr>
              <p:cNvPr id="5" name="Content Placeholder 4">
                <a:extLst>
                  <a:ext uri="{FF2B5EF4-FFF2-40B4-BE49-F238E27FC236}">
                    <a16:creationId xmlns:a16="http://schemas.microsoft.com/office/drawing/2014/main" id="{7540C7FC-65E0-4801-9BAF-C7EE99479E21}"/>
                  </a:ext>
                </a:extLst>
              </p:cNvPr>
              <p:cNvSpPr>
                <a:spLocks noGrp="1" noRot="1" noChangeAspect="1" noMove="1" noResize="1" noEditPoints="1" noAdjustHandles="1" noChangeArrowheads="1" noChangeShapeType="1" noTextEdit="1"/>
              </p:cNvSpPr>
              <p:nvPr>
                <p:ph sz="half" idx="1"/>
              </p:nvPr>
            </p:nvSpPr>
            <p:spPr>
              <a:blipFill>
                <a:blip r:embed="rId2"/>
                <a:stretch>
                  <a:fillRect l="-1235" t="-1385"/>
                </a:stretch>
              </a:blipFill>
            </p:spPr>
            <p:txBody>
              <a:bodyPr/>
              <a:lstStyle/>
              <a:p>
                <a:r>
                  <a:rPr lang="en-AU">
                    <a:noFill/>
                  </a:rPr>
                  <a:t> </a:t>
                </a:r>
              </a:p>
            </p:txBody>
          </p:sp>
        </mc:Fallback>
      </mc:AlternateContent>
      <p:pic>
        <p:nvPicPr>
          <p:cNvPr id="3" name="Picture 2">
            <a:extLst>
              <a:ext uri="{FF2B5EF4-FFF2-40B4-BE49-F238E27FC236}">
                <a16:creationId xmlns:a16="http://schemas.microsoft.com/office/drawing/2014/main" id="{FF2108AA-DE41-37ED-E43A-0D90B647EC47}"/>
              </a:ext>
            </a:extLst>
          </p:cNvPr>
          <p:cNvPicPr>
            <a:picLocks noChangeAspect="1"/>
          </p:cNvPicPr>
          <p:nvPr/>
        </p:nvPicPr>
        <p:blipFill>
          <a:blip r:embed="rId3"/>
          <a:stretch>
            <a:fillRect/>
          </a:stretch>
        </p:blipFill>
        <p:spPr>
          <a:xfrm>
            <a:off x="7764362" y="1474042"/>
            <a:ext cx="3380272" cy="3978862"/>
          </a:xfrm>
          <a:prstGeom prst="rect">
            <a:avLst/>
          </a:prstGeom>
        </p:spPr>
      </p:pic>
      <p:sp>
        <p:nvSpPr>
          <p:cNvPr id="6" name="TextBox 5">
            <a:extLst>
              <a:ext uri="{FF2B5EF4-FFF2-40B4-BE49-F238E27FC236}">
                <a16:creationId xmlns:a16="http://schemas.microsoft.com/office/drawing/2014/main" id="{14C5617F-501B-0737-7E19-557A96D7462C}"/>
              </a:ext>
            </a:extLst>
          </p:cNvPr>
          <p:cNvSpPr txBox="1"/>
          <p:nvPr/>
        </p:nvSpPr>
        <p:spPr>
          <a:xfrm>
            <a:off x="7609772" y="5459594"/>
            <a:ext cx="3848220" cy="646331"/>
          </a:xfrm>
          <a:prstGeom prst="rect">
            <a:avLst/>
          </a:prstGeom>
          <a:noFill/>
        </p:spPr>
        <p:txBody>
          <a:bodyPr wrap="square" rtlCol="0">
            <a:spAutoFit/>
          </a:bodyPr>
          <a:lstStyle/>
          <a:p>
            <a:r>
              <a:rPr lang="en-US" dirty="0"/>
              <a:t>Note: This projection vector does a much better job</a:t>
            </a:r>
            <a:endParaRPr lang="en-AU" dirty="0"/>
          </a:p>
        </p:txBody>
      </p:sp>
    </p:spTree>
    <p:extLst>
      <p:ext uri="{BB962C8B-B14F-4D97-AF65-F5344CB8AC3E}">
        <p14:creationId xmlns:p14="http://schemas.microsoft.com/office/powerpoint/2010/main" val="3978724679"/>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p:txBody>
          <a:bodyPr/>
          <a:lstStyle/>
          <a:p>
            <a:r>
              <a:rPr lang="en-US" dirty="0"/>
              <a:t>Tasks for Computer lab portfolio</a:t>
            </a:r>
            <a:endParaRPr lang="en-AU" dirty="0"/>
          </a:p>
        </p:txBody>
      </p:sp>
      <p:sp>
        <p:nvSpPr>
          <p:cNvPr id="2" name="Content Placeholder 5">
            <a:extLst>
              <a:ext uri="{FF2B5EF4-FFF2-40B4-BE49-F238E27FC236}">
                <a16:creationId xmlns:a16="http://schemas.microsoft.com/office/drawing/2014/main" id="{1C39CDCC-71ED-47D2-5FF0-2173A09B6781}"/>
              </a:ext>
            </a:extLst>
          </p:cNvPr>
          <p:cNvSpPr txBox="1">
            <a:spLocks/>
          </p:cNvSpPr>
          <p:nvPr/>
        </p:nvSpPr>
        <p:spPr>
          <a:xfrm>
            <a:off x="468000" y="1800000"/>
            <a:ext cx="11228956" cy="3960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B1B1B1"/>
              </a:buClr>
              <a:buSzPct val="100000"/>
              <a:buNone/>
            </a:pPr>
            <a:r>
              <a:rPr lang="en-US" sz="2200" dirty="0"/>
              <a:t>The following tasks are to be completed using R:</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2200" dirty="0"/>
              <a:t>A scatter plot of each dimension of the dataset against each other dimension. </a:t>
            </a:r>
            <a:r>
              <a:rPr lang="en-US" sz="2200" dirty="0" err="1"/>
              <a:t>Colour</a:t>
            </a:r>
            <a:r>
              <a:rPr lang="en-US" sz="2200" dirty="0"/>
              <a:t> code the different species.</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2200" dirty="0"/>
              <a:t>A scatter plot of the data projected onto the two principal components that explain the </a:t>
            </a:r>
            <a:r>
              <a:rPr lang="en-US" sz="2200"/>
              <a:t>most variation.</a:t>
            </a:r>
            <a:endParaRPr lang="en-US" sz="2200" dirty="0"/>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2200" dirty="0"/>
              <a:t>Calculate a good projection vector for applying LDA to the first two dimensions of the iris dataset. Report both the 2x1 vector W and the value of J(W).</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2200" dirty="0"/>
              <a:t>A </a:t>
            </a:r>
            <a:r>
              <a:rPr lang="en-US" sz="2200" dirty="0" err="1"/>
              <a:t>visualisation</a:t>
            </a:r>
            <a:r>
              <a:rPr lang="en-US" sz="2200" dirty="0"/>
              <a:t> of the iris data along this projection vector, showing how it separates the different species of flower.</a:t>
            </a:r>
          </a:p>
          <a:p>
            <a:pPr marL="0" indent="0">
              <a:buNone/>
            </a:pPr>
            <a:endParaRPr lang="en-US" sz="2800" dirty="0"/>
          </a:p>
        </p:txBody>
      </p:sp>
    </p:spTree>
    <p:extLst>
      <p:ext uri="{BB962C8B-B14F-4D97-AF65-F5344CB8AC3E}">
        <p14:creationId xmlns:p14="http://schemas.microsoft.com/office/powerpoint/2010/main" val="1747380068"/>
      </p:ext>
    </p:extLst>
  </p:cSld>
  <p:clrMapOvr>
    <a:masterClrMapping/>
  </p:clrMapOvr>
  <p:transition spd="med">
    <p:fade/>
  </p:transition>
</p:sld>
</file>

<file path=ppt/theme/theme1.xml><?xml version="1.0" encoding="utf-8"?>
<a:theme xmlns:a="http://schemas.openxmlformats.org/drawingml/2006/main" name="QUT Theme">
  <a:themeElements>
    <a:clrScheme name="QUT Template">
      <a:dk1>
        <a:srgbClr val="000000"/>
      </a:dk1>
      <a:lt1>
        <a:sysClr val="window" lastClr="FFFFFF"/>
      </a:lt1>
      <a:dk2>
        <a:srgbClr val="00467F"/>
      </a:dk2>
      <a:lt2>
        <a:srgbClr val="E7E6E6"/>
      </a:lt2>
      <a:accent1>
        <a:srgbClr val="0070C0"/>
      </a:accent1>
      <a:accent2>
        <a:srgbClr val="00B0F0"/>
      </a:accent2>
      <a:accent3>
        <a:srgbClr val="F0CA4D"/>
      </a:accent3>
      <a:accent4>
        <a:srgbClr val="E37B40"/>
      </a:accent4>
      <a:accent5>
        <a:srgbClr val="DE5B49"/>
      </a:accent5>
      <a:accent6>
        <a:srgbClr val="00467F"/>
      </a:accent6>
      <a:hlink>
        <a:srgbClr val="00467F"/>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T - PowerPoint Template - UX Review.potx" id="{D6B15108-E6E2-4AAA-9744-58BFFF89786C}" vid="{964841F0-B2D2-4AC3-8137-6F8129DAE5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CB0F88029305344B4EE7A456A7E05EA" ma:contentTypeVersion="2" ma:contentTypeDescription="Create a new document." ma:contentTypeScope="" ma:versionID="1c19968684983cf4f7e4125ace58f69a">
  <xsd:schema xmlns:xsd="http://www.w3.org/2001/XMLSchema" xmlns:xs="http://www.w3.org/2001/XMLSchema" xmlns:p="http://schemas.microsoft.com/office/2006/metadata/properties" xmlns:ns2="07ef76e7-57fb-44c7-add5-4a78842c8a06" targetNamespace="http://schemas.microsoft.com/office/2006/metadata/properties" ma:root="true" ma:fieldsID="9e469e57688a41cbf777364d878f37e2" ns2:_="">
    <xsd:import namespace="07ef76e7-57fb-44c7-add5-4a78842c8a0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ef76e7-57fb-44c7-add5-4a78842c8a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9F0A16-D915-4611-A39C-4796DEB1FB56}">
  <ds:schemaRefs>
    <ds:schemaRef ds:uri="http://purl.org/dc/dcmitype/"/>
    <ds:schemaRef ds:uri="http://schemas.microsoft.com/office/2006/documentManagement/types"/>
    <ds:schemaRef ds:uri="http://purl.org/dc/terms/"/>
    <ds:schemaRef ds:uri="http://schemas.openxmlformats.org/package/2006/metadata/core-properties"/>
    <ds:schemaRef ds:uri="http://purl.org/dc/elements/1.1/"/>
    <ds:schemaRef ds:uri="http://www.w3.org/XML/1998/namespace"/>
    <ds:schemaRef ds:uri="http://schemas.microsoft.com/office/infopath/2007/PartnerControls"/>
    <ds:schemaRef ds:uri="07ef76e7-57fb-44c7-add5-4a78842c8a06"/>
    <ds:schemaRef ds:uri="http://schemas.microsoft.com/office/2006/metadata/properties"/>
  </ds:schemaRefs>
</ds:datastoreItem>
</file>

<file path=customXml/itemProps2.xml><?xml version="1.0" encoding="utf-8"?>
<ds:datastoreItem xmlns:ds="http://schemas.openxmlformats.org/officeDocument/2006/customXml" ds:itemID="{5FC32032-1E51-4B01-BBA5-1AD2E80CCD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ef76e7-57fb-44c7-add5-4a78842c8a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20736A-7DCA-4606-8826-26B1ADA652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QUT - PowerPoint Template</Template>
  <TotalTime>706</TotalTime>
  <Words>614</Words>
  <Application>Microsoft Office PowerPoint</Application>
  <PresentationFormat>Widescreen</PresentationFormat>
  <Paragraphs>36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 Math</vt:lpstr>
      <vt:lpstr>QUT Theme</vt:lpstr>
      <vt:lpstr>Visualising High Dimensional Data</vt:lpstr>
      <vt:lpstr>PCA vs LDA</vt:lpstr>
      <vt:lpstr>Principal component analysis</vt:lpstr>
      <vt:lpstr>Principal component analysis</vt:lpstr>
      <vt:lpstr>Principal component analysis</vt:lpstr>
      <vt:lpstr>Linear Discriminant Analysis</vt:lpstr>
      <vt:lpstr>Linear Discriminant Analysis</vt:lpstr>
      <vt:lpstr>Tasks for Computer lab portfolio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Ernesto Bello</dc:creator>
  <cp:keywords/>
  <dc:description/>
  <cp:lastModifiedBy>Riley Whebell</cp:lastModifiedBy>
  <cp:revision>2</cp:revision>
  <dcterms:created xsi:type="dcterms:W3CDTF">2022-12-14T23:33:06Z</dcterms:created>
  <dcterms:modified xsi:type="dcterms:W3CDTF">2024-09-24T04:19:35Z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0x010100CCB0F88029305344B4EE7A456A7E05EA</vt:lpwstr>
  </property>
</Properties>
</file>