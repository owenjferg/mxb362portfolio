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75" r:id="rId5"/>
    <p:sldId id="267" r:id="rId6"/>
    <p:sldId id="276" r:id="rId7"/>
    <p:sldId id="277" r:id="rId8"/>
    <p:sldId id="278" r:id="rId9"/>
    <p:sldId id="279" r:id="rId10"/>
    <p:sldId id="280" r:id="rId11"/>
    <p:sldId id="281" r:id="rId12"/>
    <p:sldId id="268" r:id="rId13"/>
    <p:sldId id="282" r:id="rId14"/>
    <p:sldId id="283"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372"/>
    <a:srgbClr val="00061A"/>
    <a:srgbClr val="03255B"/>
    <a:srgbClr val="093779"/>
    <a:srgbClr val="062B63"/>
    <a:srgbClr val="0C488E"/>
    <a:srgbClr val="00285F"/>
    <a:srgbClr val="0006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07790-0302-4793-A12C-1AB4F3C67CDA}" v="25" dt="2023-07-07T03:55:56.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5" autoAdjust="0"/>
    <p:restoredTop sz="96327"/>
  </p:normalViewPr>
  <p:slideViewPr>
    <p:cSldViewPr snapToGrid="0" showGuides="1">
      <p:cViewPr varScale="1">
        <p:scale>
          <a:sx n="75" d="100"/>
          <a:sy n="75" d="100"/>
        </p:scale>
        <p:origin x="62" y="97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Sharp" userId="4368e1a6-2bdf-4552-964d-574d8c8876e1" providerId="ADAL" clId="{06D07790-0302-4793-A12C-1AB4F3C67CDA}"/>
    <pc:docChg chg="undo custSel addSld delSld modSld">
      <pc:chgData name="Jesse Sharp" userId="4368e1a6-2bdf-4552-964d-574d8c8876e1" providerId="ADAL" clId="{06D07790-0302-4793-A12C-1AB4F3C67CDA}" dt="2023-07-07T04:09:03.423" v="673" actId="14100"/>
      <pc:docMkLst>
        <pc:docMk/>
      </pc:docMkLst>
      <pc:sldChg chg="addSp modSp mod">
        <pc:chgData name="Jesse Sharp" userId="4368e1a6-2bdf-4552-964d-574d8c8876e1" providerId="ADAL" clId="{06D07790-0302-4793-A12C-1AB4F3C67CDA}" dt="2023-06-30T06:23:52.109" v="188" actId="20577"/>
        <pc:sldMkLst>
          <pc:docMk/>
          <pc:sldMk cId="2812679239" sldId="267"/>
        </pc:sldMkLst>
        <pc:spChg chg="mod">
          <ac:chgData name="Jesse Sharp" userId="4368e1a6-2bdf-4552-964d-574d8c8876e1" providerId="ADAL" clId="{06D07790-0302-4793-A12C-1AB4F3C67CDA}" dt="2023-06-30T06:23:52.109" v="188" actId="20577"/>
          <ac:spMkLst>
            <pc:docMk/>
            <pc:sldMk cId="2812679239" sldId="267"/>
            <ac:spMk id="5" creationId="{EB3A9C9D-8FCF-43A1-A07B-8D54844414CC}"/>
          </ac:spMkLst>
        </pc:spChg>
        <pc:spChg chg="mod">
          <ac:chgData name="Jesse Sharp" userId="4368e1a6-2bdf-4552-964d-574d8c8876e1" providerId="ADAL" clId="{06D07790-0302-4793-A12C-1AB4F3C67CDA}" dt="2023-06-30T06:19:16.955" v="23" actId="27636"/>
          <ac:spMkLst>
            <pc:docMk/>
            <pc:sldMk cId="2812679239" sldId="267"/>
            <ac:spMk id="6" creationId="{C79F1CC9-CD81-4622-8F0F-6FDBDEA92DE0}"/>
          </ac:spMkLst>
        </pc:spChg>
        <pc:spChg chg="add mod ord">
          <ac:chgData name="Jesse Sharp" userId="4368e1a6-2bdf-4552-964d-574d8c8876e1" providerId="ADAL" clId="{06D07790-0302-4793-A12C-1AB4F3C67CDA}" dt="2023-06-30T06:20:12.352" v="33" actId="13822"/>
          <ac:spMkLst>
            <pc:docMk/>
            <pc:sldMk cId="2812679239" sldId="267"/>
            <ac:spMk id="8" creationId="{E6122DB9-EDA3-3A88-139C-9382F9338FF4}"/>
          </ac:spMkLst>
        </pc:spChg>
        <pc:picChg chg="add mod">
          <ac:chgData name="Jesse Sharp" userId="4368e1a6-2bdf-4552-964d-574d8c8876e1" providerId="ADAL" clId="{06D07790-0302-4793-A12C-1AB4F3C67CDA}" dt="2023-06-30T06:19:53.251" v="28" actId="1076"/>
          <ac:picMkLst>
            <pc:docMk/>
            <pc:sldMk cId="2812679239" sldId="267"/>
            <ac:picMk id="2" creationId="{7BE0F9E4-1B54-19DB-3354-DAC11BD11063}"/>
          </ac:picMkLst>
        </pc:picChg>
        <pc:picChg chg="add mod">
          <ac:chgData name="Jesse Sharp" userId="4368e1a6-2bdf-4552-964d-574d8c8876e1" providerId="ADAL" clId="{06D07790-0302-4793-A12C-1AB4F3C67CDA}" dt="2023-06-30T06:19:57.044" v="30" actId="1076"/>
          <ac:picMkLst>
            <pc:docMk/>
            <pc:sldMk cId="2812679239" sldId="267"/>
            <ac:picMk id="3" creationId="{3F69D9A2-2C67-3787-7033-DF1E9947DC74}"/>
          </ac:picMkLst>
        </pc:picChg>
        <pc:picChg chg="add mod">
          <ac:chgData name="Jesse Sharp" userId="4368e1a6-2bdf-4552-964d-574d8c8876e1" providerId="ADAL" clId="{06D07790-0302-4793-A12C-1AB4F3C67CDA}" dt="2023-06-30T06:19:50.900" v="27" actId="1076"/>
          <ac:picMkLst>
            <pc:docMk/>
            <pc:sldMk cId="2812679239" sldId="267"/>
            <ac:picMk id="4" creationId="{A02FA413-8FE5-ACE3-5019-882DA6AE308D}"/>
          </ac:picMkLst>
        </pc:picChg>
        <pc:picChg chg="add mod">
          <ac:chgData name="Jesse Sharp" userId="4368e1a6-2bdf-4552-964d-574d8c8876e1" providerId="ADAL" clId="{06D07790-0302-4793-A12C-1AB4F3C67CDA}" dt="2023-06-30T06:19:54.780" v="29" actId="1076"/>
          <ac:picMkLst>
            <pc:docMk/>
            <pc:sldMk cId="2812679239" sldId="267"/>
            <ac:picMk id="7" creationId="{9E73831F-EA5C-CCC6-22AE-EFDC3A448586}"/>
          </ac:picMkLst>
        </pc:picChg>
      </pc:sldChg>
      <pc:sldChg chg="addSp modSp mod">
        <pc:chgData name="Jesse Sharp" userId="4368e1a6-2bdf-4552-964d-574d8c8876e1" providerId="ADAL" clId="{06D07790-0302-4793-A12C-1AB4F3C67CDA}" dt="2023-07-07T04:01:38.020" v="618" actId="255"/>
        <pc:sldMkLst>
          <pc:docMk/>
          <pc:sldMk cId="1133625181" sldId="268"/>
        </pc:sldMkLst>
        <pc:spChg chg="add mod">
          <ac:chgData name="Jesse Sharp" userId="4368e1a6-2bdf-4552-964d-574d8c8876e1" providerId="ADAL" clId="{06D07790-0302-4793-A12C-1AB4F3C67CDA}" dt="2023-07-07T04:01:38.020" v="618" actId="255"/>
          <ac:spMkLst>
            <pc:docMk/>
            <pc:sldMk cId="1133625181" sldId="268"/>
            <ac:spMk id="2" creationId="{4897786A-5CF3-3C3A-4514-8C8F1C37D85E}"/>
          </ac:spMkLst>
        </pc:spChg>
        <pc:spChg chg="mod">
          <ac:chgData name="Jesse Sharp" userId="4368e1a6-2bdf-4552-964d-574d8c8876e1" providerId="ADAL" clId="{06D07790-0302-4793-A12C-1AB4F3C67CDA}" dt="2023-07-07T00:47:23.980" v="390"/>
          <ac:spMkLst>
            <pc:docMk/>
            <pc:sldMk cId="1133625181" sldId="268"/>
            <ac:spMk id="4" creationId="{9A5FA1BF-9CA9-4A56-829C-D41B5F2B9609}"/>
          </ac:spMkLst>
        </pc:spChg>
        <pc:spChg chg="add mod">
          <ac:chgData name="Jesse Sharp" userId="4368e1a6-2bdf-4552-964d-574d8c8876e1" providerId="ADAL" clId="{06D07790-0302-4793-A12C-1AB4F3C67CDA}" dt="2023-07-07T01:23:39.391" v="438" actId="1076"/>
          <ac:spMkLst>
            <pc:docMk/>
            <pc:sldMk cId="1133625181" sldId="268"/>
            <ac:spMk id="8" creationId="{BB71A247-7BF0-2579-06B4-7F41C8BB26CB}"/>
          </ac:spMkLst>
        </pc:spChg>
        <pc:spChg chg="add mod">
          <ac:chgData name="Jesse Sharp" userId="4368e1a6-2bdf-4552-964d-574d8c8876e1" providerId="ADAL" clId="{06D07790-0302-4793-A12C-1AB4F3C67CDA}" dt="2023-07-07T01:23:48.174" v="441" actId="20577"/>
          <ac:spMkLst>
            <pc:docMk/>
            <pc:sldMk cId="1133625181" sldId="268"/>
            <ac:spMk id="9" creationId="{85213E54-82BA-5FC3-4485-96FFDBCAADDE}"/>
          </ac:spMkLst>
        </pc:spChg>
        <pc:picChg chg="add mod">
          <ac:chgData name="Jesse Sharp" userId="4368e1a6-2bdf-4552-964d-574d8c8876e1" providerId="ADAL" clId="{06D07790-0302-4793-A12C-1AB4F3C67CDA}" dt="2023-07-07T00:51:50.527" v="412" actId="14100"/>
          <ac:picMkLst>
            <pc:docMk/>
            <pc:sldMk cId="1133625181" sldId="268"/>
            <ac:picMk id="3" creationId="{625815C8-9F04-3905-6FC4-A1093A99A8CB}"/>
          </ac:picMkLst>
        </pc:picChg>
        <pc:picChg chg="add mod ord">
          <ac:chgData name="Jesse Sharp" userId="4368e1a6-2bdf-4552-964d-574d8c8876e1" providerId="ADAL" clId="{06D07790-0302-4793-A12C-1AB4F3C67CDA}" dt="2023-07-07T04:01:07.622" v="614" actId="962"/>
          <ac:picMkLst>
            <pc:docMk/>
            <pc:sldMk cId="1133625181" sldId="268"/>
            <ac:picMk id="5" creationId="{1C1FF7A5-E2A5-D98E-7D17-739B5C97B319}"/>
          </ac:picMkLst>
        </pc:picChg>
        <pc:picChg chg="add mod">
          <ac:chgData name="Jesse Sharp" userId="4368e1a6-2bdf-4552-964d-574d8c8876e1" providerId="ADAL" clId="{06D07790-0302-4793-A12C-1AB4F3C67CDA}" dt="2023-07-07T01:23:20.332" v="432" actId="1076"/>
          <ac:picMkLst>
            <pc:docMk/>
            <pc:sldMk cId="1133625181" sldId="268"/>
            <ac:picMk id="7" creationId="{313076B6-F0D1-7BB3-45FB-789EB538C5D1}"/>
          </ac:picMkLst>
        </pc:picChg>
      </pc:sldChg>
      <pc:sldChg chg="del">
        <pc:chgData name="Jesse Sharp" userId="4368e1a6-2bdf-4552-964d-574d8c8876e1" providerId="ADAL" clId="{06D07790-0302-4793-A12C-1AB4F3C67CDA}" dt="2023-07-07T03:55:59.092" v="489" actId="47"/>
        <pc:sldMkLst>
          <pc:docMk/>
          <pc:sldMk cId="1072743655" sldId="269"/>
        </pc:sldMkLst>
      </pc:sldChg>
      <pc:sldChg chg="modSp mod">
        <pc:chgData name="Jesse Sharp" userId="4368e1a6-2bdf-4552-964d-574d8c8876e1" providerId="ADAL" clId="{06D07790-0302-4793-A12C-1AB4F3C67CDA}" dt="2023-06-30T06:18:20.146" v="2" actId="20577"/>
        <pc:sldMkLst>
          <pc:docMk/>
          <pc:sldMk cId="2693289624" sldId="275"/>
        </pc:sldMkLst>
        <pc:spChg chg="mod">
          <ac:chgData name="Jesse Sharp" userId="4368e1a6-2bdf-4552-964d-574d8c8876e1" providerId="ADAL" clId="{06D07790-0302-4793-A12C-1AB4F3C67CDA}" dt="2023-06-30T06:18:20.146" v="2" actId="20577"/>
          <ac:spMkLst>
            <pc:docMk/>
            <pc:sldMk cId="2693289624" sldId="275"/>
            <ac:spMk id="4" creationId="{4CB231B7-6131-0949-BB3E-AE7ACD17A209}"/>
          </ac:spMkLst>
        </pc:spChg>
      </pc:sldChg>
      <pc:sldChg chg="addSp delSp modSp add mod">
        <pc:chgData name="Jesse Sharp" userId="4368e1a6-2bdf-4552-964d-574d8c8876e1" providerId="ADAL" clId="{06D07790-0302-4793-A12C-1AB4F3C67CDA}" dt="2023-06-30T06:23:57.580" v="190"/>
        <pc:sldMkLst>
          <pc:docMk/>
          <pc:sldMk cId="2614329614" sldId="276"/>
        </pc:sldMkLst>
        <pc:spChg chg="mod">
          <ac:chgData name="Jesse Sharp" userId="4368e1a6-2bdf-4552-964d-574d8c8876e1" providerId="ADAL" clId="{06D07790-0302-4793-A12C-1AB4F3C67CDA}" dt="2023-06-30T06:23:57.580" v="190"/>
          <ac:spMkLst>
            <pc:docMk/>
            <pc:sldMk cId="2614329614" sldId="276"/>
            <ac:spMk id="5" creationId="{EB3A9C9D-8FCF-43A1-A07B-8D54844414CC}"/>
          </ac:spMkLst>
        </pc:spChg>
        <pc:spChg chg="mod">
          <ac:chgData name="Jesse Sharp" userId="4368e1a6-2bdf-4552-964d-574d8c8876e1" providerId="ADAL" clId="{06D07790-0302-4793-A12C-1AB4F3C67CDA}" dt="2023-06-30T06:22:20.018" v="62" actId="20577"/>
          <ac:spMkLst>
            <pc:docMk/>
            <pc:sldMk cId="2614329614" sldId="276"/>
            <ac:spMk id="6" creationId="{C79F1CC9-CD81-4622-8F0F-6FDBDEA92DE0}"/>
          </ac:spMkLst>
        </pc:spChg>
        <pc:spChg chg="del">
          <ac:chgData name="Jesse Sharp" userId="4368e1a6-2bdf-4552-964d-574d8c8876e1" providerId="ADAL" clId="{06D07790-0302-4793-A12C-1AB4F3C67CDA}" dt="2023-06-30T06:21:14.118" v="41" actId="478"/>
          <ac:spMkLst>
            <pc:docMk/>
            <pc:sldMk cId="2614329614" sldId="276"/>
            <ac:spMk id="8" creationId="{E6122DB9-EDA3-3A88-139C-9382F9338FF4}"/>
          </ac:spMkLst>
        </pc:spChg>
        <pc:spChg chg="add mod">
          <ac:chgData name="Jesse Sharp" userId="4368e1a6-2bdf-4552-964d-574d8c8876e1" providerId="ADAL" clId="{06D07790-0302-4793-A12C-1AB4F3C67CDA}" dt="2023-06-30T06:21:30.369" v="44" actId="1076"/>
          <ac:spMkLst>
            <pc:docMk/>
            <pc:sldMk cId="2614329614" sldId="276"/>
            <ac:spMk id="11" creationId="{5FF430BF-BE61-BBE1-2B7E-73DC572DE94F}"/>
          </ac:spMkLst>
        </pc:spChg>
        <pc:spChg chg="add mod">
          <ac:chgData name="Jesse Sharp" userId="4368e1a6-2bdf-4552-964d-574d8c8876e1" providerId="ADAL" clId="{06D07790-0302-4793-A12C-1AB4F3C67CDA}" dt="2023-06-30T06:21:30.369" v="44" actId="1076"/>
          <ac:spMkLst>
            <pc:docMk/>
            <pc:sldMk cId="2614329614" sldId="276"/>
            <ac:spMk id="12" creationId="{571F9152-148C-63CE-791E-8639A4430C3B}"/>
          </ac:spMkLst>
        </pc:spChg>
        <pc:spChg chg="mod">
          <ac:chgData name="Jesse Sharp" userId="4368e1a6-2bdf-4552-964d-574d8c8876e1" providerId="ADAL" clId="{06D07790-0302-4793-A12C-1AB4F3C67CDA}" dt="2023-06-30T06:21:39.133" v="45"/>
          <ac:spMkLst>
            <pc:docMk/>
            <pc:sldMk cId="2614329614" sldId="276"/>
            <ac:spMk id="18" creationId="{7DAFB039-F286-5746-308B-A59806F3FC39}"/>
          </ac:spMkLst>
        </pc:spChg>
        <pc:spChg chg="mod">
          <ac:chgData name="Jesse Sharp" userId="4368e1a6-2bdf-4552-964d-574d8c8876e1" providerId="ADAL" clId="{06D07790-0302-4793-A12C-1AB4F3C67CDA}" dt="2023-06-30T06:21:39.133" v="45"/>
          <ac:spMkLst>
            <pc:docMk/>
            <pc:sldMk cId="2614329614" sldId="276"/>
            <ac:spMk id="19" creationId="{239A57B8-74C9-1AEF-5753-857F9764D84D}"/>
          </ac:spMkLst>
        </pc:spChg>
        <pc:grpChg chg="add del mod">
          <ac:chgData name="Jesse Sharp" userId="4368e1a6-2bdf-4552-964d-574d8c8876e1" providerId="ADAL" clId="{06D07790-0302-4793-A12C-1AB4F3C67CDA}" dt="2023-06-30T06:21:41.970" v="46"/>
          <ac:grpSpMkLst>
            <pc:docMk/>
            <pc:sldMk cId="2614329614" sldId="276"/>
            <ac:grpSpMk id="14" creationId="{CA3CCAF5-3E10-7EA1-4038-87ADEE9F2648}"/>
          </ac:grpSpMkLst>
        </pc:grpChg>
        <pc:picChg chg="del">
          <ac:chgData name="Jesse Sharp" userId="4368e1a6-2bdf-4552-964d-574d8c8876e1" providerId="ADAL" clId="{06D07790-0302-4793-A12C-1AB4F3C67CDA}" dt="2023-06-30T06:21:16.697" v="42" actId="478"/>
          <ac:picMkLst>
            <pc:docMk/>
            <pc:sldMk cId="2614329614" sldId="276"/>
            <ac:picMk id="2" creationId="{7BE0F9E4-1B54-19DB-3354-DAC11BD11063}"/>
          </ac:picMkLst>
        </pc:picChg>
        <pc:picChg chg="del">
          <ac:chgData name="Jesse Sharp" userId="4368e1a6-2bdf-4552-964d-574d8c8876e1" providerId="ADAL" clId="{06D07790-0302-4793-A12C-1AB4F3C67CDA}" dt="2023-06-30T06:21:16.697" v="42" actId="478"/>
          <ac:picMkLst>
            <pc:docMk/>
            <pc:sldMk cId="2614329614" sldId="276"/>
            <ac:picMk id="3" creationId="{3F69D9A2-2C67-3787-7033-DF1E9947DC74}"/>
          </ac:picMkLst>
        </pc:picChg>
        <pc:picChg chg="del">
          <ac:chgData name="Jesse Sharp" userId="4368e1a6-2bdf-4552-964d-574d8c8876e1" providerId="ADAL" clId="{06D07790-0302-4793-A12C-1AB4F3C67CDA}" dt="2023-06-30T06:21:16.697" v="42" actId="478"/>
          <ac:picMkLst>
            <pc:docMk/>
            <pc:sldMk cId="2614329614" sldId="276"/>
            <ac:picMk id="4" creationId="{A02FA413-8FE5-ACE3-5019-882DA6AE308D}"/>
          </ac:picMkLst>
        </pc:picChg>
        <pc:picChg chg="del">
          <ac:chgData name="Jesse Sharp" userId="4368e1a6-2bdf-4552-964d-574d8c8876e1" providerId="ADAL" clId="{06D07790-0302-4793-A12C-1AB4F3C67CDA}" dt="2023-06-30T06:21:16.697" v="42" actId="478"/>
          <ac:picMkLst>
            <pc:docMk/>
            <pc:sldMk cId="2614329614" sldId="276"/>
            <ac:picMk id="7" creationId="{9E73831F-EA5C-CCC6-22AE-EFDC3A448586}"/>
          </ac:picMkLst>
        </pc:picChg>
        <pc:picChg chg="add mod">
          <ac:chgData name="Jesse Sharp" userId="4368e1a6-2bdf-4552-964d-574d8c8876e1" providerId="ADAL" clId="{06D07790-0302-4793-A12C-1AB4F3C67CDA}" dt="2023-06-30T06:21:30.369" v="44" actId="1076"/>
          <ac:picMkLst>
            <pc:docMk/>
            <pc:sldMk cId="2614329614" sldId="276"/>
            <ac:picMk id="9" creationId="{2726CE21-51B8-69BC-AD37-84E8840091E9}"/>
          </ac:picMkLst>
        </pc:picChg>
        <pc:picChg chg="add mod">
          <ac:chgData name="Jesse Sharp" userId="4368e1a6-2bdf-4552-964d-574d8c8876e1" providerId="ADAL" clId="{06D07790-0302-4793-A12C-1AB4F3C67CDA}" dt="2023-06-30T06:21:30.369" v="44" actId="1076"/>
          <ac:picMkLst>
            <pc:docMk/>
            <pc:sldMk cId="2614329614" sldId="276"/>
            <ac:picMk id="10" creationId="{0AD0EBFF-3D27-7AD0-5A10-7E36F8F7B5BC}"/>
          </ac:picMkLst>
        </pc:picChg>
        <pc:picChg chg="add mod">
          <ac:chgData name="Jesse Sharp" userId="4368e1a6-2bdf-4552-964d-574d8c8876e1" providerId="ADAL" clId="{06D07790-0302-4793-A12C-1AB4F3C67CDA}" dt="2023-06-30T06:21:30.369" v="44" actId="1076"/>
          <ac:picMkLst>
            <pc:docMk/>
            <pc:sldMk cId="2614329614" sldId="276"/>
            <ac:picMk id="13" creationId="{EF8C6D55-1B03-74E0-8DDE-97B9EF44C50C}"/>
          </ac:picMkLst>
        </pc:picChg>
        <pc:picChg chg="mod">
          <ac:chgData name="Jesse Sharp" userId="4368e1a6-2bdf-4552-964d-574d8c8876e1" providerId="ADAL" clId="{06D07790-0302-4793-A12C-1AB4F3C67CDA}" dt="2023-06-30T06:21:39.133" v="45"/>
          <ac:picMkLst>
            <pc:docMk/>
            <pc:sldMk cId="2614329614" sldId="276"/>
            <ac:picMk id="15" creationId="{4E83A1E0-0A99-5A7D-6EA0-D580B5DA0FFA}"/>
          </ac:picMkLst>
        </pc:picChg>
        <pc:picChg chg="mod">
          <ac:chgData name="Jesse Sharp" userId="4368e1a6-2bdf-4552-964d-574d8c8876e1" providerId="ADAL" clId="{06D07790-0302-4793-A12C-1AB4F3C67CDA}" dt="2023-06-30T06:21:39.133" v="45"/>
          <ac:picMkLst>
            <pc:docMk/>
            <pc:sldMk cId="2614329614" sldId="276"/>
            <ac:picMk id="16" creationId="{C71849EF-B3D7-AACD-591D-A99FBF24E423}"/>
          </ac:picMkLst>
        </pc:picChg>
        <pc:picChg chg="mod">
          <ac:chgData name="Jesse Sharp" userId="4368e1a6-2bdf-4552-964d-574d8c8876e1" providerId="ADAL" clId="{06D07790-0302-4793-A12C-1AB4F3C67CDA}" dt="2023-06-30T06:21:39.133" v="45"/>
          <ac:picMkLst>
            <pc:docMk/>
            <pc:sldMk cId="2614329614" sldId="276"/>
            <ac:picMk id="17" creationId="{F7EB3DCE-6D08-4F9E-6390-CCCA97F682E0}"/>
          </ac:picMkLst>
        </pc:picChg>
        <pc:picChg chg="mod">
          <ac:chgData name="Jesse Sharp" userId="4368e1a6-2bdf-4552-964d-574d8c8876e1" providerId="ADAL" clId="{06D07790-0302-4793-A12C-1AB4F3C67CDA}" dt="2023-06-30T06:21:39.133" v="45"/>
          <ac:picMkLst>
            <pc:docMk/>
            <pc:sldMk cId="2614329614" sldId="276"/>
            <ac:picMk id="20" creationId="{F1ABE177-4D28-A478-AFD9-513958617164}"/>
          </ac:picMkLst>
        </pc:picChg>
        <pc:picChg chg="add mod">
          <ac:chgData name="Jesse Sharp" userId="4368e1a6-2bdf-4552-964d-574d8c8876e1" providerId="ADAL" clId="{06D07790-0302-4793-A12C-1AB4F3C67CDA}" dt="2023-06-30T06:22:26.015" v="63" actId="14100"/>
          <ac:picMkLst>
            <pc:docMk/>
            <pc:sldMk cId="2614329614" sldId="276"/>
            <ac:picMk id="21" creationId="{84480E41-3FD3-1284-FC31-9142A6D5748C}"/>
          </ac:picMkLst>
        </pc:picChg>
      </pc:sldChg>
      <pc:sldChg chg="addSp delSp modSp add mod">
        <pc:chgData name="Jesse Sharp" userId="4368e1a6-2bdf-4552-964d-574d8c8876e1" providerId="ADAL" clId="{06D07790-0302-4793-A12C-1AB4F3C67CDA}" dt="2023-06-30T06:24:54.497" v="233" actId="1035"/>
        <pc:sldMkLst>
          <pc:docMk/>
          <pc:sldMk cId="4064062114" sldId="277"/>
        </pc:sldMkLst>
        <pc:spChg chg="mod">
          <ac:chgData name="Jesse Sharp" userId="4368e1a6-2bdf-4552-964d-574d8c8876e1" providerId="ADAL" clId="{06D07790-0302-4793-A12C-1AB4F3C67CDA}" dt="2023-06-30T06:24:01.168" v="192"/>
          <ac:spMkLst>
            <pc:docMk/>
            <pc:sldMk cId="4064062114" sldId="277"/>
            <ac:spMk id="5" creationId="{EB3A9C9D-8FCF-43A1-A07B-8D54844414CC}"/>
          </ac:spMkLst>
        </pc:spChg>
        <pc:spChg chg="mod">
          <ac:chgData name="Jesse Sharp" userId="4368e1a6-2bdf-4552-964d-574d8c8876e1" providerId="ADAL" clId="{06D07790-0302-4793-A12C-1AB4F3C67CDA}" dt="2023-06-30T06:24:40.935" v="211" actId="14100"/>
          <ac:spMkLst>
            <pc:docMk/>
            <pc:sldMk cId="4064062114" sldId="277"/>
            <ac:spMk id="6" creationId="{C79F1CC9-CD81-4622-8F0F-6FDBDEA92DE0}"/>
          </ac:spMkLst>
        </pc:spChg>
        <pc:spChg chg="del">
          <ac:chgData name="Jesse Sharp" userId="4368e1a6-2bdf-4552-964d-574d8c8876e1" providerId="ADAL" clId="{06D07790-0302-4793-A12C-1AB4F3C67CDA}" dt="2023-06-30T06:22:47.703" v="65" actId="478"/>
          <ac:spMkLst>
            <pc:docMk/>
            <pc:sldMk cId="4064062114" sldId="277"/>
            <ac:spMk id="11" creationId="{5FF430BF-BE61-BBE1-2B7E-73DC572DE94F}"/>
          </ac:spMkLst>
        </pc:spChg>
        <pc:spChg chg="del">
          <ac:chgData name="Jesse Sharp" userId="4368e1a6-2bdf-4552-964d-574d8c8876e1" providerId="ADAL" clId="{06D07790-0302-4793-A12C-1AB4F3C67CDA}" dt="2023-06-30T06:22:54.721" v="69" actId="478"/>
          <ac:spMkLst>
            <pc:docMk/>
            <pc:sldMk cId="4064062114" sldId="277"/>
            <ac:spMk id="12" creationId="{571F9152-148C-63CE-791E-8639A4430C3B}"/>
          </ac:spMkLst>
        </pc:spChg>
        <pc:picChg chg="add mod">
          <ac:chgData name="Jesse Sharp" userId="4368e1a6-2bdf-4552-964d-574d8c8876e1" providerId="ADAL" clId="{06D07790-0302-4793-A12C-1AB4F3C67CDA}" dt="2023-06-30T06:24:48.280" v="214" actId="14100"/>
          <ac:picMkLst>
            <pc:docMk/>
            <pc:sldMk cId="4064062114" sldId="277"/>
            <ac:picMk id="2" creationId="{BFF065E6-3ADB-F9CC-D027-8E3E19B990EF}"/>
          </ac:picMkLst>
        </pc:picChg>
        <pc:picChg chg="add mod">
          <ac:chgData name="Jesse Sharp" userId="4368e1a6-2bdf-4552-964d-574d8c8876e1" providerId="ADAL" clId="{06D07790-0302-4793-A12C-1AB4F3C67CDA}" dt="2023-06-30T06:24:54.497" v="233" actId="1035"/>
          <ac:picMkLst>
            <pc:docMk/>
            <pc:sldMk cId="4064062114" sldId="277"/>
            <ac:picMk id="3" creationId="{DDE390A6-4F9A-55ED-1215-7D422273A7C6}"/>
          </ac:picMkLst>
        </pc:picChg>
        <pc:picChg chg="del">
          <ac:chgData name="Jesse Sharp" userId="4368e1a6-2bdf-4552-964d-574d8c8876e1" providerId="ADAL" clId="{06D07790-0302-4793-A12C-1AB4F3C67CDA}" dt="2023-06-30T06:22:51.430" v="68" actId="478"/>
          <ac:picMkLst>
            <pc:docMk/>
            <pc:sldMk cId="4064062114" sldId="277"/>
            <ac:picMk id="9" creationId="{2726CE21-51B8-69BC-AD37-84E8840091E9}"/>
          </ac:picMkLst>
        </pc:picChg>
        <pc:picChg chg="del">
          <ac:chgData name="Jesse Sharp" userId="4368e1a6-2bdf-4552-964d-574d8c8876e1" providerId="ADAL" clId="{06D07790-0302-4793-A12C-1AB4F3C67CDA}" dt="2023-06-30T06:22:49.125" v="66" actId="478"/>
          <ac:picMkLst>
            <pc:docMk/>
            <pc:sldMk cId="4064062114" sldId="277"/>
            <ac:picMk id="10" creationId="{0AD0EBFF-3D27-7AD0-5A10-7E36F8F7B5BC}"/>
          </ac:picMkLst>
        </pc:picChg>
        <pc:picChg chg="del">
          <ac:chgData name="Jesse Sharp" userId="4368e1a6-2bdf-4552-964d-574d8c8876e1" providerId="ADAL" clId="{06D07790-0302-4793-A12C-1AB4F3C67CDA}" dt="2023-06-30T06:22:50.240" v="67" actId="478"/>
          <ac:picMkLst>
            <pc:docMk/>
            <pc:sldMk cId="4064062114" sldId="277"/>
            <ac:picMk id="13" creationId="{EF8C6D55-1B03-74E0-8DDE-97B9EF44C50C}"/>
          </ac:picMkLst>
        </pc:picChg>
        <pc:picChg chg="del">
          <ac:chgData name="Jesse Sharp" userId="4368e1a6-2bdf-4552-964d-574d8c8876e1" providerId="ADAL" clId="{06D07790-0302-4793-A12C-1AB4F3C67CDA}" dt="2023-06-30T06:22:55.780" v="70" actId="478"/>
          <ac:picMkLst>
            <pc:docMk/>
            <pc:sldMk cId="4064062114" sldId="277"/>
            <ac:picMk id="21" creationId="{84480E41-3FD3-1284-FC31-9142A6D5748C}"/>
          </ac:picMkLst>
        </pc:picChg>
      </pc:sldChg>
      <pc:sldChg chg="addSp delSp modSp add mod">
        <pc:chgData name="Jesse Sharp" userId="4368e1a6-2bdf-4552-964d-574d8c8876e1" providerId="ADAL" clId="{06D07790-0302-4793-A12C-1AB4F3C67CDA}" dt="2023-06-30T06:25:44.081" v="243" actId="1076"/>
        <pc:sldMkLst>
          <pc:docMk/>
          <pc:sldMk cId="136453483" sldId="278"/>
        </pc:sldMkLst>
        <pc:spChg chg="mod">
          <ac:chgData name="Jesse Sharp" userId="4368e1a6-2bdf-4552-964d-574d8c8876e1" providerId="ADAL" clId="{06D07790-0302-4793-A12C-1AB4F3C67CDA}" dt="2023-06-30T06:25:24.869" v="237"/>
          <ac:spMkLst>
            <pc:docMk/>
            <pc:sldMk cId="136453483" sldId="278"/>
            <ac:spMk id="6" creationId="{C79F1CC9-CD81-4622-8F0F-6FDBDEA92DE0}"/>
          </ac:spMkLst>
        </pc:spChg>
        <pc:picChg chg="del">
          <ac:chgData name="Jesse Sharp" userId="4368e1a6-2bdf-4552-964d-574d8c8876e1" providerId="ADAL" clId="{06D07790-0302-4793-A12C-1AB4F3C67CDA}" dt="2023-06-30T06:25:34.823" v="238" actId="478"/>
          <ac:picMkLst>
            <pc:docMk/>
            <pc:sldMk cId="136453483" sldId="278"/>
            <ac:picMk id="2" creationId="{BFF065E6-3ADB-F9CC-D027-8E3E19B990EF}"/>
          </ac:picMkLst>
        </pc:picChg>
        <pc:picChg chg="del">
          <ac:chgData name="Jesse Sharp" userId="4368e1a6-2bdf-4552-964d-574d8c8876e1" providerId="ADAL" clId="{06D07790-0302-4793-A12C-1AB4F3C67CDA}" dt="2023-06-30T06:25:34.823" v="238" actId="478"/>
          <ac:picMkLst>
            <pc:docMk/>
            <pc:sldMk cId="136453483" sldId="278"/>
            <ac:picMk id="3" creationId="{DDE390A6-4F9A-55ED-1215-7D422273A7C6}"/>
          </ac:picMkLst>
        </pc:picChg>
        <pc:picChg chg="add mod">
          <ac:chgData name="Jesse Sharp" userId="4368e1a6-2bdf-4552-964d-574d8c8876e1" providerId="ADAL" clId="{06D07790-0302-4793-A12C-1AB4F3C67CDA}" dt="2023-06-30T06:25:44.081" v="243" actId="1076"/>
          <ac:picMkLst>
            <pc:docMk/>
            <pc:sldMk cId="136453483" sldId="278"/>
            <ac:picMk id="4" creationId="{26742FB4-F504-0DAD-AC96-B9FE79E4A736}"/>
          </ac:picMkLst>
        </pc:picChg>
        <pc:picChg chg="add mod">
          <ac:chgData name="Jesse Sharp" userId="4368e1a6-2bdf-4552-964d-574d8c8876e1" providerId="ADAL" clId="{06D07790-0302-4793-A12C-1AB4F3C67CDA}" dt="2023-06-30T06:25:35.765" v="239"/>
          <ac:picMkLst>
            <pc:docMk/>
            <pc:sldMk cId="136453483" sldId="278"/>
            <ac:picMk id="7" creationId="{09DC6A1F-5F0F-6ED7-031B-85C88BF1F6BB}"/>
          </ac:picMkLst>
        </pc:picChg>
      </pc:sldChg>
      <pc:sldChg chg="addSp delSp modSp add mod">
        <pc:chgData name="Jesse Sharp" userId="4368e1a6-2bdf-4552-964d-574d8c8876e1" providerId="ADAL" clId="{06D07790-0302-4793-A12C-1AB4F3C67CDA}" dt="2023-06-30T06:35:01.846" v="327" actId="1076"/>
        <pc:sldMkLst>
          <pc:docMk/>
          <pc:sldMk cId="1762678052" sldId="279"/>
        </pc:sldMkLst>
        <pc:spChg chg="mod">
          <ac:chgData name="Jesse Sharp" userId="4368e1a6-2bdf-4552-964d-574d8c8876e1" providerId="ADAL" clId="{06D07790-0302-4793-A12C-1AB4F3C67CDA}" dt="2023-06-30T06:34:56.093" v="324" actId="14100"/>
          <ac:spMkLst>
            <pc:docMk/>
            <pc:sldMk cId="1762678052" sldId="279"/>
            <ac:spMk id="6" creationId="{C79F1CC9-CD81-4622-8F0F-6FDBDEA92DE0}"/>
          </ac:spMkLst>
        </pc:spChg>
        <pc:picChg chg="add mod">
          <ac:chgData name="Jesse Sharp" userId="4368e1a6-2bdf-4552-964d-574d8c8876e1" providerId="ADAL" clId="{06D07790-0302-4793-A12C-1AB4F3C67CDA}" dt="2023-06-30T06:35:01.846" v="327" actId="1076"/>
          <ac:picMkLst>
            <pc:docMk/>
            <pc:sldMk cId="1762678052" sldId="279"/>
            <ac:picMk id="2" creationId="{242CD920-3C19-50F9-BD7D-2C7D641296D3}"/>
          </ac:picMkLst>
        </pc:picChg>
        <pc:picChg chg="del">
          <ac:chgData name="Jesse Sharp" userId="4368e1a6-2bdf-4552-964d-574d8c8876e1" providerId="ADAL" clId="{06D07790-0302-4793-A12C-1AB4F3C67CDA}" dt="2023-06-30T06:26:21.706" v="246" actId="478"/>
          <ac:picMkLst>
            <pc:docMk/>
            <pc:sldMk cId="1762678052" sldId="279"/>
            <ac:picMk id="4" creationId="{26742FB4-F504-0DAD-AC96-B9FE79E4A736}"/>
          </ac:picMkLst>
        </pc:picChg>
        <pc:picChg chg="del">
          <ac:chgData name="Jesse Sharp" userId="4368e1a6-2bdf-4552-964d-574d8c8876e1" providerId="ADAL" clId="{06D07790-0302-4793-A12C-1AB4F3C67CDA}" dt="2023-06-30T06:26:20.428" v="245" actId="478"/>
          <ac:picMkLst>
            <pc:docMk/>
            <pc:sldMk cId="1762678052" sldId="279"/>
            <ac:picMk id="7" creationId="{09DC6A1F-5F0F-6ED7-031B-85C88BF1F6BB}"/>
          </ac:picMkLst>
        </pc:picChg>
      </pc:sldChg>
      <pc:sldChg chg="delSp modSp add mod">
        <pc:chgData name="Jesse Sharp" userId="4368e1a6-2bdf-4552-964d-574d8c8876e1" providerId="ADAL" clId="{06D07790-0302-4793-A12C-1AB4F3C67CDA}" dt="2023-07-07T04:01:51.210" v="620" actId="255"/>
        <pc:sldMkLst>
          <pc:docMk/>
          <pc:sldMk cId="714879592" sldId="280"/>
        </pc:sldMkLst>
        <pc:spChg chg="mod">
          <ac:chgData name="Jesse Sharp" userId="4368e1a6-2bdf-4552-964d-574d8c8876e1" providerId="ADAL" clId="{06D07790-0302-4793-A12C-1AB4F3C67CDA}" dt="2023-06-30T06:35:38.562" v="332"/>
          <ac:spMkLst>
            <pc:docMk/>
            <pc:sldMk cId="714879592" sldId="280"/>
            <ac:spMk id="5" creationId="{EB3A9C9D-8FCF-43A1-A07B-8D54844414CC}"/>
          </ac:spMkLst>
        </pc:spChg>
        <pc:spChg chg="mod">
          <ac:chgData name="Jesse Sharp" userId="4368e1a6-2bdf-4552-964d-574d8c8876e1" providerId="ADAL" clId="{06D07790-0302-4793-A12C-1AB4F3C67CDA}" dt="2023-07-07T04:01:51.210" v="620" actId="255"/>
          <ac:spMkLst>
            <pc:docMk/>
            <pc:sldMk cId="714879592" sldId="280"/>
            <ac:spMk id="6" creationId="{C79F1CC9-CD81-4622-8F0F-6FDBDEA92DE0}"/>
          </ac:spMkLst>
        </pc:spChg>
        <pc:picChg chg="del">
          <ac:chgData name="Jesse Sharp" userId="4368e1a6-2bdf-4552-964d-574d8c8876e1" providerId="ADAL" clId="{06D07790-0302-4793-A12C-1AB4F3C67CDA}" dt="2023-06-30T06:35:47.302" v="333" actId="478"/>
          <ac:picMkLst>
            <pc:docMk/>
            <pc:sldMk cId="714879592" sldId="280"/>
            <ac:picMk id="2" creationId="{BFF065E6-3ADB-F9CC-D027-8E3E19B990EF}"/>
          </ac:picMkLst>
        </pc:picChg>
        <pc:picChg chg="del">
          <ac:chgData name="Jesse Sharp" userId="4368e1a6-2bdf-4552-964d-574d8c8876e1" providerId="ADAL" clId="{06D07790-0302-4793-A12C-1AB4F3C67CDA}" dt="2023-06-30T06:35:49.015" v="334" actId="478"/>
          <ac:picMkLst>
            <pc:docMk/>
            <pc:sldMk cId="714879592" sldId="280"/>
            <ac:picMk id="3" creationId="{DDE390A6-4F9A-55ED-1215-7D422273A7C6}"/>
          </ac:picMkLst>
        </pc:picChg>
      </pc:sldChg>
      <pc:sldChg chg="addSp modSp add mod">
        <pc:chgData name="Jesse Sharp" userId="4368e1a6-2bdf-4552-964d-574d8c8876e1" providerId="ADAL" clId="{06D07790-0302-4793-A12C-1AB4F3C67CDA}" dt="2023-07-07T00:29:29.589" v="389" actId="1076"/>
        <pc:sldMkLst>
          <pc:docMk/>
          <pc:sldMk cId="2131150446" sldId="281"/>
        </pc:sldMkLst>
        <pc:spChg chg="add mod">
          <ac:chgData name="Jesse Sharp" userId="4368e1a6-2bdf-4552-964d-574d8c8876e1" providerId="ADAL" clId="{06D07790-0302-4793-A12C-1AB4F3C67CDA}" dt="2023-07-07T00:29:25.765" v="388" actId="20577"/>
          <ac:spMkLst>
            <pc:docMk/>
            <pc:sldMk cId="2131150446" sldId="281"/>
            <ac:spMk id="2" creationId="{D0BFE3B4-55EE-246B-ADB4-D688B12FA086}"/>
          </ac:spMkLst>
        </pc:spChg>
        <pc:spChg chg="mod">
          <ac:chgData name="Jesse Sharp" userId="4368e1a6-2bdf-4552-964d-574d8c8876e1" providerId="ADAL" clId="{06D07790-0302-4793-A12C-1AB4F3C67CDA}" dt="2023-07-07T00:28:44.931" v="380" actId="27636"/>
          <ac:spMkLst>
            <pc:docMk/>
            <pc:sldMk cId="2131150446" sldId="281"/>
            <ac:spMk id="6" creationId="{C79F1CC9-CD81-4622-8F0F-6FDBDEA92DE0}"/>
          </ac:spMkLst>
        </pc:spChg>
        <pc:picChg chg="add mod">
          <ac:chgData name="Jesse Sharp" userId="4368e1a6-2bdf-4552-964d-574d8c8876e1" providerId="ADAL" clId="{06D07790-0302-4793-A12C-1AB4F3C67CDA}" dt="2023-07-07T00:28:58.129" v="382"/>
          <ac:picMkLst>
            <pc:docMk/>
            <pc:sldMk cId="2131150446" sldId="281"/>
            <ac:picMk id="3" creationId="{B18390B9-2A01-38C6-F28F-0FC4DFE2DA89}"/>
          </ac:picMkLst>
        </pc:picChg>
        <pc:picChg chg="add mod">
          <ac:chgData name="Jesse Sharp" userId="4368e1a6-2bdf-4552-964d-574d8c8876e1" providerId="ADAL" clId="{06D07790-0302-4793-A12C-1AB4F3C67CDA}" dt="2023-07-07T00:29:20.068" v="386" actId="1076"/>
          <ac:picMkLst>
            <pc:docMk/>
            <pc:sldMk cId="2131150446" sldId="281"/>
            <ac:picMk id="4" creationId="{14613D80-456B-C844-26B0-115EE5C56A7A}"/>
          </ac:picMkLst>
        </pc:picChg>
        <pc:picChg chg="add mod">
          <ac:chgData name="Jesse Sharp" userId="4368e1a6-2bdf-4552-964d-574d8c8876e1" providerId="ADAL" clId="{06D07790-0302-4793-A12C-1AB4F3C67CDA}" dt="2023-07-07T00:29:29.589" v="389" actId="1076"/>
          <ac:picMkLst>
            <pc:docMk/>
            <pc:sldMk cId="2131150446" sldId="281"/>
            <ac:picMk id="7" creationId="{B27F3A2A-AFB4-195C-D54E-15B178D1E620}"/>
          </ac:picMkLst>
        </pc:picChg>
      </pc:sldChg>
      <pc:sldChg chg="addSp delSp modSp add mod">
        <pc:chgData name="Jesse Sharp" userId="4368e1a6-2bdf-4552-964d-574d8c8876e1" providerId="ADAL" clId="{06D07790-0302-4793-A12C-1AB4F3C67CDA}" dt="2023-07-07T04:09:03.423" v="673" actId="14100"/>
        <pc:sldMkLst>
          <pc:docMk/>
          <pc:sldMk cId="978585945" sldId="282"/>
        </pc:sldMkLst>
        <pc:spChg chg="mod">
          <ac:chgData name="Jesse Sharp" userId="4368e1a6-2bdf-4552-964d-574d8c8876e1" providerId="ADAL" clId="{06D07790-0302-4793-A12C-1AB4F3C67CDA}" dt="2023-07-07T04:01:33.723" v="617" actId="255"/>
          <ac:spMkLst>
            <pc:docMk/>
            <pc:sldMk cId="978585945" sldId="282"/>
            <ac:spMk id="2" creationId="{4897786A-5CF3-3C3A-4514-8C8F1C37D85E}"/>
          </ac:spMkLst>
        </pc:spChg>
        <pc:spChg chg="del">
          <ac:chgData name="Jesse Sharp" userId="4368e1a6-2bdf-4552-964d-574d8c8876e1" providerId="ADAL" clId="{06D07790-0302-4793-A12C-1AB4F3C67CDA}" dt="2023-07-07T03:41:53.870" v="457" actId="478"/>
          <ac:spMkLst>
            <pc:docMk/>
            <pc:sldMk cId="978585945" sldId="282"/>
            <ac:spMk id="8" creationId="{BB71A247-7BF0-2579-06B4-7F41C8BB26CB}"/>
          </ac:spMkLst>
        </pc:spChg>
        <pc:spChg chg="del mod">
          <ac:chgData name="Jesse Sharp" userId="4368e1a6-2bdf-4552-964d-574d8c8876e1" providerId="ADAL" clId="{06D07790-0302-4793-A12C-1AB4F3C67CDA}" dt="2023-07-07T03:41:56.534" v="459" actId="478"/>
          <ac:spMkLst>
            <pc:docMk/>
            <pc:sldMk cId="978585945" sldId="282"/>
            <ac:spMk id="9" creationId="{85213E54-82BA-5FC3-4485-96FFDBCAADDE}"/>
          </ac:spMkLst>
        </pc:spChg>
        <pc:picChg chg="del mod">
          <ac:chgData name="Jesse Sharp" userId="4368e1a6-2bdf-4552-964d-574d8c8876e1" providerId="ADAL" clId="{06D07790-0302-4793-A12C-1AB4F3C67CDA}" dt="2023-07-07T03:40:22.158" v="450" actId="478"/>
          <ac:picMkLst>
            <pc:docMk/>
            <pc:sldMk cId="978585945" sldId="282"/>
            <ac:picMk id="3" creationId="{625815C8-9F04-3905-6FC4-A1093A99A8CB}"/>
          </ac:picMkLst>
        </pc:picChg>
        <pc:picChg chg="del">
          <ac:chgData name="Jesse Sharp" userId="4368e1a6-2bdf-4552-964d-574d8c8876e1" providerId="ADAL" clId="{06D07790-0302-4793-A12C-1AB4F3C67CDA}" dt="2023-07-07T03:41:52.790" v="455" actId="478"/>
          <ac:picMkLst>
            <pc:docMk/>
            <pc:sldMk cId="978585945" sldId="282"/>
            <ac:picMk id="5" creationId="{1C1FF7A5-E2A5-D98E-7D17-739B5C97B319}"/>
          </ac:picMkLst>
        </pc:picChg>
        <pc:picChg chg="del">
          <ac:chgData name="Jesse Sharp" userId="4368e1a6-2bdf-4552-964d-574d8c8876e1" providerId="ADAL" clId="{06D07790-0302-4793-A12C-1AB4F3C67CDA}" dt="2023-07-07T03:41:53.288" v="456" actId="478"/>
          <ac:picMkLst>
            <pc:docMk/>
            <pc:sldMk cId="978585945" sldId="282"/>
            <ac:picMk id="7" creationId="{313076B6-F0D1-7BB3-45FB-789EB538C5D1}"/>
          </ac:picMkLst>
        </pc:picChg>
        <pc:picChg chg="add mod">
          <ac:chgData name="Jesse Sharp" userId="4368e1a6-2bdf-4552-964d-574d8c8876e1" providerId="ADAL" clId="{06D07790-0302-4793-A12C-1AB4F3C67CDA}" dt="2023-07-07T03:54:39.197" v="487" actId="962"/>
          <ac:picMkLst>
            <pc:docMk/>
            <pc:sldMk cId="978585945" sldId="282"/>
            <ac:picMk id="10" creationId="{7B67F0B8-C5CF-59E3-8688-90AB6BAA92F8}"/>
          </ac:picMkLst>
        </pc:picChg>
        <pc:picChg chg="add mod">
          <ac:chgData name="Jesse Sharp" userId="4368e1a6-2bdf-4552-964d-574d8c8876e1" providerId="ADAL" clId="{06D07790-0302-4793-A12C-1AB4F3C67CDA}" dt="2023-07-07T04:09:03.423" v="673" actId="14100"/>
          <ac:picMkLst>
            <pc:docMk/>
            <pc:sldMk cId="978585945" sldId="282"/>
            <ac:picMk id="12" creationId="{4BFAA16C-4CB9-31B9-2B3A-3FBAE799831A}"/>
          </ac:picMkLst>
        </pc:picChg>
      </pc:sldChg>
      <pc:sldChg chg="addSp delSp modSp add mod">
        <pc:chgData name="Jesse Sharp" userId="4368e1a6-2bdf-4552-964d-574d8c8876e1" providerId="ADAL" clId="{06D07790-0302-4793-A12C-1AB4F3C67CDA}" dt="2023-07-07T04:08:57.743" v="672" actId="14100"/>
        <pc:sldMkLst>
          <pc:docMk/>
          <pc:sldMk cId="3328759407" sldId="283"/>
        </pc:sldMkLst>
        <pc:spChg chg="mod">
          <ac:chgData name="Jesse Sharp" userId="4368e1a6-2bdf-4552-964d-574d8c8876e1" providerId="ADAL" clId="{06D07790-0302-4793-A12C-1AB4F3C67CDA}" dt="2023-07-07T04:01:27.679" v="616" actId="27636"/>
          <ac:spMkLst>
            <pc:docMk/>
            <pc:sldMk cId="3328759407" sldId="283"/>
            <ac:spMk id="2" creationId="{4897786A-5CF3-3C3A-4514-8C8F1C37D85E}"/>
          </ac:spMkLst>
        </pc:spChg>
        <pc:picChg chg="add mod">
          <ac:chgData name="Jesse Sharp" userId="4368e1a6-2bdf-4552-964d-574d8c8876e1" providerId="ADAL" clId="{06D07790-0302-4793-A12C-1AB4F3C67CDA}" dt="2023-07-07T04:08:57.743" v="672" actId="14100"/>
          <ac:picMkLst>
            <pc:docMk/>
            <pc:sldMk cId="3328759407" sldId="283"/>
            <ac:picMk id="5" creationId="{CECC31DA-A472-9A04-7037-4E8F84B1476D}"/>
          </ac:picMkLst>
        </pc:picChg>
        <pc:picChg chg="del">
          <ac:chgData name="Jesse Sharp" userId="4368e1a6-2bdf-4552-964d-574d8c8876e1" providerId="ADAL" clId="{06D07790-0302-4793-A12C-1AB4F3C67CDA}" dt="2023-07-07T03:42:39.491" v="465" actId="478"/>
          <ac:picMkLst>
            <pc:docMk/>
            <pc:sldMk cId="3328759407" sldId="283"/>
            <ac:picMk id="10" creationId="{7B67F0B8-C5CF-59E3-8688-90AB6BAA92F8}"/>
          </ac:picMkLst>
        </pc:picChg>
        <pc:picChg chg="del">
          <ac:chgData name="Jesse Sharp" userId="4368e1a6-2bdf-4552-964d-574d8c8876e1" providerId="ADAL" clId="{06D07790-0302-4793-A12C-1AB4F3C67CDA}" dt="2023-07-07T03:49:35.123" v="480" actId="478"/>
          <ac:picMkLst>
            <pc:docMk/>
            <pc:sldMk cId="3328759407" sldId="283"/>
            <ac:picMk id="12" creationId="{4BFAA16C-4CB9-31B9-2B3A-3FBAE799831A}"/>
          </ac:picMkLst>
        </pc:picChg>
      </pc:sldChg>
      <pc:sldChg chg="modSp add mod">
        <pc:chgData name="Jesse Sharp" userId="4368e1a6-2bdf-4552-964d-574d8c8876e1" providerId="ADAL" clId="{06D07790-0302-4793-A12C-1AB4F3C67CDA}" dt="2023-07-07T03:59:31.292" v="604" actId="20577"/>
        <pc:sldMkLst>
          <pc:docMk/>
          <pc:sldMk cId="498422975" sldId="290"/>
        </pc:sldMkLst>
        <pc:spChg chg="mod">
          <ac:chgData name="Jesse Sharp" userId="4368e1a6-2bdf-4552-964d-574d8c8876e1" providerId="ADAL" clId="{06D07790-0302-4793-A12C-1AB4F3C67CDA}" dt="2023-07-07T03:59:31.292" v="604" actId="20577"/>
          <ac:spMkLst>
            <pc:docMk/>
            <pc:sldMk cId="498422975" sldId="290"/>
            <ac:spMk id="6" creationId="{C79F1CC9-CD81-4622-8F0F-6FDBDEA92DE0}"/>
          </ac:spMkLst>
        </pc:spChg>
      </pc:sldChg>
    </pc:docChg>
  </pc:docChgLst>
  <pc:docChgLst>
    <pc:chgData name="Jesse Sharp" userId="4368e1a6-2bdf-4552-964d-574d8c8876e1" providerId="ADAL" clId="{D6293FCE-2396-43A5-9AF8-D66B48C11B45}"/>
    <pc:docChg chg="custSel delSld modMainMaster">
      <pc:chgData name="Jesse Sharp" userId="4368e1a6-2bdf-4552-964d-574d8c8876e1" providerId="ADAL" clId="{D6293FCE-2396-43A5-9AF8-D66B48C11B45}" dt="2023-06-23T00:40:26.982" v="187" actId="20577"/>
      <pc:docMkLst>
        <pc:docMk/>
      </pc:docMkLst>
      <pc:sldChg chg="del">
        <pc:chgData name="Jesse Sharp" userId="4368e1a6-2bdf-4552-964d-574d8c8876e1" providerId="ADAL" clId="{D6293FCE-2396-43A5-9AF8-D66B48C11B45}" dt="2023-06-23T00:36:25.560" v="1" actId="47"/>
        <pc:sldMkLst>
          <pc:docMk/>
          <pc:sldMk cId="3900383165" sldId="261"/>
        </pc:sldMkLst>
      </pc:sldChg>
      <pc:sldChg chg="del">
        <pc:chgData name="Jesse Sharp" userId="4368e1a6-2bdf-4552-964d-574d8c8876e1" providerId="ADAL" clId="{D6293FCE-2396-43A5-9AF8-D66B48C11B45}" dt="2023-06-23T00:36:26.463" v="2" actId="47"/>
        <pc:sldMkLst>
          <pc:docMk/>
          <pc:sldMk cId="2457519024" sldId="262"/>
        </pc:sldMkLst>
      </pc:sldChg>
      <pc:sldChg chg="del">
        <pc:chgData name="Jesse Sharp" userId="4368e1a6-2bdf-4552-964d-574d8c8876e1" providerId="ADAL" clId="{D6293FCE-2396-43A5-9AF8-D66B48C11B45}" dt="2023-06-23T00:36:28.064" v="3" actId="47"/>
        <pc:sldMkLst>
          <pc:docMk/>
          <pc:sldMk cId="3873784629" sldId="263"/>
        </pc:sldMkLst>
      </pc:sldChg>
      <pc:sldChg chg="del">
        <pc:chgData name="Jesse Sharp" userId="4368e1a6-2bdf-4552-964d-574d8c8876e1" providerId="ADAL" clId="{D6293FCE-2396-43A5-9AF8-D66B48C11B45}" dt="2023-06-23T00:36:29.727" v="5" actId="47"/>
        <pc:sldMkLst>
          <pc:docMk/>
          <pc:sldMk cId="4259112089" sldId="266"/>
        </pc:sldMkLst>
      </pc:sldChg>
      <pc:sldChg chg="del">
        <pc:chgData name="Jesse Sharp" userId="4368e1a6-2bdf-4552-964d-574d8c8876e1" providerId="ADAL" clId="{D6293FCE-2396-43A5-9AF8-D66B48C11B45}" dt="2023-06-23T00:36:43.041" v="6" actId="47"/>
        <pc:sldMkLst>
          <pc:docMk/>
          <pc:sldMk cId="4144779406" sldId="270"/>
        </pc:sldMkLst>
      </pc:sldChg>
      <pc:sldChg chg="del">
        <pc:chgData name="Jesse Sharp" userId="4368e1a6-2bdf-4552-964d-574d8c8876e1" providerId="ADAL" clId="{D6293FCE-2396-43A5-9AF8-D66B48C11B45}" dt="2023-06-23T00:36:44.017" v="7" actId="47"/>
        <pc:sldMkLst>
          <pc:docMk/>
          <pc:sldMk cId="2358676740" sldId="271"/>
        </pc:sldMkLst>
      </pc:sldChg>
      <pc:sldChg chg="del">
        <pc:chgData name="Jesse Sharp" userId="4368e1a6-2bdf-4552-964d-574d8c8876e1" providerId="ADAL" clId="{D6293FCE-2396-43A5-9AF8-D66B48C11B45}" dt="2023-06-23T00:36:59.753" v="11" actId="47"/>
        <pc:sldMkLst>
          <pc:docMk/>
          <pc:sldMk cId="3710931420" sldId="272"/>
        </pc:sldMkLst>
      </pc:sldChg>
      <pc:sldChg chg="del">
        <pc:chgData name="Jesse Sharp" userId="4368e1a6-2bdf-4552-964d-574d8c8876e1" providerId="ADAL" clId="{D6293FCE-2396-43A5-9AF8-D66B48C11B45}" dt="2023-06-23T00:36:28.848" v="4" actId="47"/>
        <pc:sldMkLst>
          <pc:docMk/>
          <pc:sldMk cId="3385018330" sldId="273"/>
        </pc:sldMkLst>
      </pc:sldChg>
      <pc:sldChg chg="del">
        <pc:chgData name="Jesse Sharp" userId="4368e1a6-2bdf-4552-964d-574d8c8876e1" providerId="ADAL" clId="{D6293FCE-2396-43A5-9AF8-D66B48C11B45}" dt="2023-06-23T00:36:24.694" v="0" actId="47"/>
        <pc:sldMkLst>
          <pc:docMk/>
          <pc:sldMk cId="1104084031" sldId="274"/>
        </pc:sldMkLst>
      </pc:sldChg>
      <pc:sldChg chg="del">
        <pc:chgData name="Jesse Sharp" userId="4368e1a6-2bdf-4552-964d-574d8c8876e1" providerId="ADAL" clId="{D6293FCE-2396-43A5-9AF8-D66B48C11B45}" dt="2023-06-23T00:36:51.163" v="8" actId="47"/>
        <pc:sldMkLst>
          <pc:docMk/>
          <pc:sldMk cId="877292247" sldId="276"/>
        </pc:sldMkLst>
      </pc:sldChg>
      <pc:sldChg chg="del">
        <pc:chgData name="Jesse Sharp" userId="4368e1a6-2bdf-4552-964d-574d8c8876e1" providerId="ADAL" clId="{D6293FCE-2396-43A5-9AF8-D66B48C11B45}" dt="2023-06-23T00:36:52.271" v="9" actId="47"/>
        <pc:sldMkLst>
          <pc:docMk/>
          <pc:sldMk cId="3884060325" sldId="277"/>
        </pc:sldMkLst>
      </pc:sldChg>
      <pc:sldChg chg="del">
        <pc:chgData name="Jesse Sharp" userId="4368e1a6-2bdf-4552-964d-574d8c8876e1" providerId="ADAL" clId="{D6293FCE-2396-43A5-9AF8-D66B48C11B45}" dt="2023-06-23T00:36:56.281" v="10" actId="47"/>
        <pc:sldMkLst>
          <pc:docMk/>
          <pc:sldMk cId="3156355039" sldId="278"/>
        </pc:sldMkLst>
      </pc:sldChg>
      <pc:sldMasterChg chg="modSp mod modSldLayout">
        <pc:chgData name="Jesse Sharp" userId="4368e1a6-2bdf-4552-964d-574d8c8876e1" providerId="ADAL" clId="{D6293FCE-2396-43A5-9AF8-D66B48C11B45}" dt="2023-06-23T00:40:26.982" v="187" actId="20577"/>
        <pc:sldMasterMkLst>
          <pc:docMk/>
          <pc:sldMasterMk cId="323273975" sldId="2147483648"/>
        </pc:sldMasterMkLst>
        <pc:spChg chg="mod">
          <ac:chgData name="Jesse Sharp" userId="4368e1a6-2bdf-4552-964d-574d8c8876e1" providerId="ADAL" clId="{D6293FCE-2396-43A5-9AF8-D66B48C11B45}" dt="2023-06-23T00:37:36.929" v="96" actId="20577"/>
          <ac:spMkLst>
            <pc:docMk/>
            <pc:sldMasterMk cId="323273975" sldId="2147483648"/>
            <ac:spMk id="5" creationId="{1475DFC8-C02E-4F5E-BE32-FE282B7EF40D}"/>
          </ac:spMkLst>
        </pc:spChg>
        <pc:sldLayoutChg chg="modSp mod">
          <pc:chgData name="Jesse Sharp" userId="4368e1a6-2bdf-4552-964d-574d8c8876e1" providerId="ADAL" clId="{D6293FCE-2396-43A5-9AF8-D66B48C11B45}" dt="2023-06-23T00:40:26.982" v="187" actId="20577"/>
          <pc:sldLayoutMkLst>
            <pc:docMk/>
            <pc:sldMasterMk cId="323273975" sldId="2147483648"/>
            <pc:sldLayoutMk cId="3316132324" sldId="2147483660"/>
          </pc:sldLayoutMkLst>
          <pc:spChg chg="mod">
            <ac:chgData name="Jesse Sharp" userId="4368e1a6-2bdf-4552-964d-574d8c8876e1" providerId="ADAL" clId="{D6293FCE-2396-43A5-9AF8-D66B48C11B45}" dt="2023-06-23T00:40:26.982" v="187" actId="20577"/>
            <ac:spMkLst>
              <pc:docMk/>
              <pc:sldMasterMk cId="323273975" sldId="2147483648"/>
              <pc:sldLayoutMk cId="3316132324" sldId="2147483660"/>
              <ac:spMk id="19" creationId="{7EDA747F-1CB7-F54E-B0A8-CA3CBC597EA1}"/>
            </ac:spMkLst>
          </pc:spChg>
          <pc:spChg chg="mod">
            <ac:chgData name="Jesse Sharp" userId="4368e1a6-2bdf-4552-964d-574d8c8876e1" providerId="ADAL" clId="{D6293FCE-2396-43A5-9AF8-D66B48C11B45}" dt="2023-06-23T00:40:08.301" v="153" actId="20577"/>
            <ac:spMkLst>
              <pc:docMk/>
              <pc:sldMasterMk cId="323273975" sldId="2147483648"/>
              <pc:sldLayoutMk cId="3316132324" sldId="2147483660"/>
              <ac:spMk id="20" creationId="{935F116C-88D5-0D49-809F-8FE443A5E7C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3E049B-39F8-44D4-9B8F-42AD3D16F7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3BBCFE28-325F-4C3C-8F0D-A0AE517A97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71F9AD-7D37-4888-8B9B-781FD21B16BF}" type="datetimeFigureOut">
              <a:rPr lang="en-AU" smtClean="0"/>
              <a:t>4/09/2024</a:t>
            </a:fld>
            <a:endParaRPr lang="en-AU"/>
          </a:p>
        </p:txBody>
      </p:sp>
      <p:sp>
        <p:nvSpPr>
          <p:cNvPr id="4" name="Footer Placeholder 3">
            <a:extLst>
              <a:ext uri="{FF2B5EF4-FFF2-40B4-BE49-F238E27FC236}">
                <a16:creationId xmlns:a16="http://schemas.microsoft.com/office/drawing/2014/main" id="{4C8CE3B7-0672-4B57-9D30-D10D7E5C51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CBF396D-B88A-41A2-AA38-FD006DE099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AFDE8F-C651-4379-A3B3-52F461E28252}" type="slidenum">
              <a:rPr lang="en-AU" smtClean="0"/>
              <a:t>‹#›</a:t>
            </a:fld>
            <a:endParaRPr lang="en-AU"/>
          </a:p>
        </p:txBody>
      </p:sp>
    </p:spTree>
    <p:extLst>
      <p:ext uri="{BB962C8B-B14F-4D97-AF65-F5344CB8AC3E}">
        <p14:creationId xmlns:p14="http://schemas.microsoft.com/office/powerpoint/2010/main" val="1343053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9A025-9A62-48B8-80D3-02C5887C5AA6}" type="datetimeFigureOut">
              <a:rPr lang="en-AU" smtClean="0"/>
              <a:t>4/09/2024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ED44F-8DE0-4245-B02B-CC95FDAC3EA9}" type="slidenum">
              <a:rPr lang="en-AU" smtClean="0"/>
              <a:t>‹#›</a:t>
            </a:fld>
            <a:endParaRPr lang="en-AU"/>
          </a:p>
        </p:txBody>
      </p:sp>
    </p:spTree>
    <p:extLst>
      <p:ext uri="{BB962C8B-B14F-4D97-AF65-F5344CB8AC3E}">
        <p14:creationId xmlns:p14="http://schemas.microsoft.com/office/powerpoint/2010/main" val="105593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A">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E63BC3E-8BC0-9941-844D-C5B29BBD726A}"/>
              </a:ext>
              <a:ext uri="{C183D7F6-B498-43B3-948B-1728B52AA6E4}">
                <adec:decorative xmlns:adec="http://schemas.microsoft.com/office/drawing/2017/decorative" val="1"/>
              </a:ext>
            </a:extLst>
          </p:cNvPr>
          <p:cNvSpPr/>
          <p:nvPr userDrawn="1"/>
        </p:nvSpPr>
        <p:spPr>
          <a:xfrm>
            <a:off x="0" y="0"/>
            <a:ext cx="12224569" cy="6858000"/>
          </a:xfrm>
          <a:prstGeom prst="rect">
            <a:avLst/>
          </a:prstGeom>
          <a:gradFill flip="none" rotWithShape="1">
            <a:gsLst>
              <a:gs pos="0">
                <a:srgbClr val="0C488E"/>
              </a:gs>
              <a:gs pos="83000">
                <a:srgbClr val="00061A"/>
              </a:gs>
              <a:gs pos="0">
                <a:srgbClr val="0F4372"/>
              </a:gs>
              <a:gs pos="34000">
                <a:srgbClr val="0F4372"/>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 Placeholder 7">
            <a:extLst>
              <a:ext uri="{FF2B5EF4-FFF2-40B4-BE49-F238E27FC236}">
                <a16:creationId xmlns:a16="http://schemas.microsoft.com/office/drawing/2014/main" id="{7EDA747F-1CB7-F54E-B0A8-CA3CBC597EA1}"/>
              </a:ext>
              <a:ext uri="{C183D7F6-B498-43B3-948B-1728B52AA6E4}">
                <adec:decorative xmlns:adec="http://schemas.microsoft.com/office/drawing/2017/decorative" val="1"/>
              </a:ext>
            </a:extLst>
          </p:cNvPr>
          <p:cNvSpPr>
            <a:spLocks noGrp="1"/>
          </p:cNvSpPr>
          <p:nvPr>
            <p:ph type="body" sz="quarter" idx="10" hasCustomPrompt="1"/>
          </p:nvPr>
        </p:nvSpPr>
        <p:spPr>
          <a:xfrm>
            <a:off x="3929063" y="4833526"/>
            <a:ext cx="7380287" cy="933450"/>
          </a:xfrm>
        </p:spPr>
        <p:txBody>
          <a:bodyPr/>
          <a:lstStyle>
            <a:lvl1pPr algn="r">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School of Mathematical Sciences</a:t>
            </a:r>
          </a:p>
        </p:txBody>
      </p:sp>
      <p:sp>
        <p:nvSpPr>
          <p:cNvPr id="20" name="Subtitle 2">
            <a:extLst>
              <a:ext uri="{FF2B5EF4-FFF2-40B4-BE49-F238E27FC236}">
                <a16:creationId xmlns:a16="http://schemas.microsoft.com/office/drawing/2014/main" id="{935F116C-88D5-0D49-809F-8FE443A5E7CD}"/>
              </a:ext>
              <a:ext uri="{C183D7F6-B498-43B3-948B-1728B52AA6E4}">
                <adec:decorative xmlns:adec="http://schemas.microsoft.com/office/drawing/2017/decorative" val="1"/>
              </a:ext>
            </a:extLst>
          </p:cNvPr>
          <p:cNvSpPr>
            <a:spLocks noGrp="1"/>
          </p:cNvSpPr>
          <p:nvPr>
            <p:ph type="subTitle" idx="1" hasCustomPrompt="1"/>
          </p:nvPr>
        </p:nvSpPr>
        <p:spPr>
          <a:xfrm>
            <a:off x="3929063" y="4468172"/>
            <a:ext cx="7380370" cy="392650"/>
          </a:xfrm>
        </p:spPr>
        <p:txBody>
          <a:bodyPr>
            <a:normAutofit/>
          </a:bodyPr>
          <a:lstStyle>
            <a:lvl1pPr marL="0" indent="0" algn="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MXB362 – Advanced </a:t>
            </a:r>
            <a:r>
              <a:rPr lang="en-US" dirty="0" err="1"/>
              <a:t>Visualisation</a:t>
            </a:r>
            <a:r>
              <a:rPr lang="en-US" dirty="0"/>
              <a:t> and Data Science</a:t>
            </a:r>
            <a:endParaRPr lang="en-AU" dirty="0"/>
          </a:p>
        </p:txBody>
      </p:sp>
      <p:sp>
        <p:nvSpPr>
          <p:cNvPr id="21" name="Title 1">
            <a:extLst>
              <a:ext uri="{FF2B5EF4-FFF2-40B4-BE49-F238E27FC236}">
                <a16:creationId xmlns:a16="http://schemas.microsoft.com/office/drawing/2014/main" id="{CF636E63-7117-5041-893C-E7302B4C58AC}"/>
              </a:ext>
              <a:ext uri="{C183D7F6-B498-43B3-948B-1728B52AA6E4}">
                <adec:decorative xmlns:adec="http://schemas.microsoft.com/office/drawing/2017/decorative" val="1"/>
              </a:ext>
            </a:extLst>
          </p:cNvPr>
          <p:cNvSpPr>
            <a:spLocks noGrp="1"/>
          </p:cNvSpPr>
          <p:nvPr>
            <p:ph type="ctrTitle" hasCustomPrompt="1"/>
          </p:nvPr>
        </p:nvSpPr>
        <p:spPr>
          <a:xfrm>
            <a:off x="3929063" y="2481443"/>
            <a:ext cx="7380370" cy="1904842"/>
          </a:xfrm>
        </p:spPr>
        <p:txBody>
          <a:bodyPr anchor="ctr">
            <a:normAutofit/>
          </a:bodyPr>
          <a:lstStyle>
            <a:lvl1pPr algn="r">
              <a:defRPr sz="5400" b="1">
                <a:solidFill>
                  <a:schemeClr val="bg1"/>
                </a:solidFill>
              </a:defRPr>
            </a:lvl1pPr>
          </a:lstStyle>
          <a:p>
            <a:r>
              <a:rPr lang="en-US" dirty="0"/>
              <a:t>Click to edit: Presentation Title</a:t>
            </a:r>
            <a:endParaRPr lang="en-AU" dirty="0"/>
          </a:p>
        </p:txBody>
      </p:sp>
      <p:pic>
        <p:nvPicPr>
          <p:cNvPr id="22" name="Picture 21" descr="Logo - Queensland University of Technology">
            <a:extLst>
              <a:ext uri="{FF2B5EF4-FFF2-40B4-BE49-F238E27FC236}">
                <a16:creationId xmlns:a16="http://schemas.microsoft.com/office/drawing/2014/main" id="{DA91A798-491D-074B-8E2D-C132539F5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2943" y="503285"/>
            <a:ext cx="1655763" cy="1655763"/>
          </a:xfrm>
          <a:prstGeom prst="rect">
            <a:avLst/>
          </a:prstGeom>
        </p:spPr>
      </p:pic>
    </p:spTree>
    <p:extLst>
      <p:ext uri="{BB962C8B-B14F-4D97-AF65-F5344CB8AC3E}">
        <p14:creationId xmlns:p14="http://schemas.microsoft.com/office/powerpoint/2010/main" val="331613232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B">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2DCAA9-E406-47F1-A9BE-27E854E6BB57}"/>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flipV="1">
            <a:off x="0" y="234"/>
            <a:ext cx="12192000" cy="6857531"/>
          </a:xfrm>
          <a:prstGeom prst="rect">
            <a:avLst/>
          </a:prstGeom>
        </p:spPr>
      </p:pic>
      <p:sp>
        <p:nvSpPr>
          <p:cNvPr id="8" name="Text Placeholder 7">
            <a:extLst>
              <a:ext uri="{FF2B5EF4-FFF2-40B4-BE49-F238E27FC236}">
                <a16:creationId xmlns:a16="http://schemas.microsoft.com/office/drawing/2014/main" id="{74D90552-88DD-4DA4-992A-7250A7A902D8}"/>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14" name="Subtitle 2">
            <a:extLst>
              <a:ext uri="{FF2B5EF4-FFF2-40B4-BE49-F238E27FC236}">
                <a16:creationId xmlns:a16="http://schemas.microsoft.com/office/drawing/2014/main" id="{38852B28-BE93-4587-9CED-815C7F6AB19E}"/>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13" name="Title 1">
            <a:extLst>
              <a:ext uri="{FF2B5EF4-FFF2-40B4-BE49-F238E27FC236}">
                <a16:creationId xmlns:a16="http://schemas.microsoft.com/office/drawing/2014/main" id="{27AC9D05-6B8D-4C45-A52A-EF3F6CE3D462}"/>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71677179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12886-D20F-4F2C-87BD-AA30C135A36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a:ext>
            </a:extLst>
          </a:blip>
          <a:srcRect/>
          <a:stretch/>
        </p:blipFill>
        <p:spPr>
          <a:xfrm>
            <a:off x="0" y="0"/>
            <a:ext cx="12192000" cy="6858001"/>
          </a:xfrm>
          <a:prstGeom prst="rect">
            <a:avLst/>
          </a:prstGeom>
        </p:spPr>
      </p:pic>
      <p:sp>
        <p:nvSpPr>
          <p:cNvPr id="10" name="Text Placeholder 7">
            <a:extLst>
              <a:ext uri="{FF2B5EF4-FFF2-40B4-BE49-F238E27FC236}">
                <a16:creationId xmlns:a16="http://schemas.microsoft.com/office/drawing/2014/main" id="{7F05BDEE-5B2B-40DE-9598-EC6DAA4C8079}"/>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76E70064-B817-42D9-83A5-81B9B37631A9}"/>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D427DC83-3791-4348-8D31-9DC78A111BB3}"/>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28956881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7EB0A-FD63-4491-8E9A-A41B15A13E4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l="7635" t="10269" r="2641" b="6"/>
          <a:stretch/>
        </p:blipFill>
        <p:spPr>
          <a:xfrm>
            <a:off x="-1" y="1"/>
            <a:ext cx="12192001" cy="6858000"/>
          </a:xfrm>
          <a:prstGeom prst="rect">
            <a:avLst/>
          </a:prstGeom>
        </p:spPr>
      </p:pic>
      <p:sp>
        <p:nvSpPr>
          <p:cNvPr id="10" name="Text Placeholder 7">
            <a:extLst>
              <a:ext uri="{FF2B5EF4-FFF2-40B4-BE49-F238E27FC236}">
                <a16:creationId xmlns:a16="http://schemas.microsoft.com/office/drawing/2014/main" id="{141F6C71-6539-411D-B9F4-970D4FA64873}"/>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4F34A4F6-0043-4B71-B53D-168738877617}"/>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61B0F8D3-1A5D-4A55-95F5-BD6A49BF3899}"/>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65470105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854959397"/>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F">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1418349408"/>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Traditional Owner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69B65F8-F29C-4687-97B1-132017B0CAD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087980"/>
          </a:xfrm>
          <a:prstGeom prst="rect">
            <a:avLst/>
          </a:prstGeom>
        </p:spPr>
      </p:pic>
      <p:sp>
        <p:nvSpPr>
          <p:cNvPr id="10" name="TextBox 9">
            <a:extLst>
              <a:ext uri="{FF2B5EF4-FFF2-40B4-BE49-F238E27FC236}">
                <a16:creationId xmlns:a16="http://schemas.microsoft.com/office/drawing/2014/main" id="{47C840F1-E6C3-4979-8FDB-27FC3DA3D710}"/>
              </a:ext>
              <a:ext uri="{C183D7F6-B498-43B3-948B-1728B52AA6E4}">
                <adec:decorative xmlns:adec="http://schemas.microsoft.com/office/drawing/2017/decorative" val="1"/>
              </a:ext>
            </a:extLst>
          </p:cNvPr>
          <p:cNvSpPr txBox="1"/>
          <p:nvPr userDrawn="1"/>
        </p:nvSpPr>
        <p:spPr>
          <a:xfrm>
            <a:off x="3179702" y="3103031"/>
            <a:ext cx="5964654" cy="2339102"/>
          </a:xfrm>
          <a:prstGeom prst="rect">
            <a:avLst/>
          </a:prstGeom>
          <a:noFill/>
        </p:spPr>
        <p:txBody>
          <a:bodyPr wrap="square">
            <a:spAutoFit/>
          </a:bodyPr>
          <a:lstStyle/>
          <a:p>
            <a:pPr marR="0" algn="l" rtl="0">
              <a:lnSpc>
                <a:spcPct val="100000"/>
              </a:lnSpc>
              <a:spcAft>
                <a:spcPts val="600"/>
              </a:spcAft>
            </a:pPr>
            <a:r>
              <a:rPr lang="en-AU" sz="2400" b="0" i="0" u="none" strike="noStrike" baseline="30000" dirty="0">
                <a:solidFill>
                  <a:schemeClr val="bg1"/>
                </a:solidFill>
                <a:latin typeface="+mn-lt"/>
              </a:rPr>
              <a:t>QUT acknowledges the Turrbal and Yugara, as the First Nations owners of the lands where QUT now stands. We pay respect to their Elders, lores, customs and creation spirits. We recognise that these lands have always been places of teaching, research and learning. ​</a:t>
            </a:r>
          </a:p>
          <a:p>
            <a:pPr marR="0" algn="l" rtl="0">
              <a:lnSpc>
                <a:spcPct val="100000"/>
              </a:lnSpc>
              <a:spcAft>
                <a:spcPts val="600"/>
              </a:spcAft>
            </a:pPr>
            <a:r>
              <a:rPr lang="en-AU" sz="2400" b="0" i="0" u="none" strike="noStrike" baseline="30000" dirty="0">
                <a:solidFill>
                  <a:schemeClr val="bg1"/>
                </a:solidFill>
                <a:latin typeface="+mn-lt"/>
              </a:rPr>
              <a:t>QUT acknowledges the important role Aboriginal and Torres Strait Islander people play within the QUT community.​</a:t>
            </a:r>
          </a:p>
          <a:p>
            <a:pPr marR="0" algn="l" rtl="0">
              <a:lnSpc>
                <a:spcPct val="100000"/>
              </a:lnSpc>
              <a:spcAft>
                <a:spcPts val="600"/>
              </a:spcAft>
            </a:pPr>
            <a:endParaRPr lang="en-AU" sz="2400" dirty="0">
              <a:solidFill>
                <a:schemeClr val="bg1"/>
              </a:solidFill>
              <a:latin typeface="+mn-lt"/>
            </a:endParaRPr>
          </a:p>
        </p:txBody>
      </p:sp>
      <p:sp>
        <p:nvSpPr>
          <p:cNvPr id="12" name="TextBox 11">
            <a:extLst>
              <a:ext uri="{FF2B5EF4-FFF2-40B4-BE49-F238E27FC236}">
                <a16:creationId xmlns:a16="http://schemas.microsoft.com/office/drawing/2014/main" id="{0D8FB860-6D57-4BAC-8ECF-0B93F59FD5F7}"/>
              </a:ext>
              <a:ext uri="{C183D7F6-B498-43B3-948B-1728B52AA6E4}">
                <adec:decorative xmlns:adec="http://schemas.microsoft.com/office/drawing/2017/decorative" val="1"/>
              </a:ext>
            </a:extLst>
          </p:cNvPr>
          <p:cNvSpPr txBox="1"/>
          <p:nvPr userDrawn="1"/>
        </p:nvSpPr>
        <p:spPr>
          <a:xfrm>
            <a:off x="3179702" y="2675312"/>
            <a:ext cx="6093994" cy="379591"/>
          </a:xfrm>
          <a:prstGeom prst="rect">
            <a:avLst/>
          </a:prstGeom>
          <a:noFill/>
        </p:spPr>
        <p:txBody>
          <a:bodyPr wrap="square">
            <a:spAutoFit/>
          </a:bodyPr>
          <a:lstStyle/>
          <a:p>
            <a:pPr marR="0" algn="l" rtl="0"/>
            <a:r>
              <a:rPr lang="en-AU" sz="2800" b="1" i="0" u="none" strike="noStrike" baseline="30000" noProof="0">
                <a:solidFill>
                  <a:schemeClr val="bg1"/>
                </a:solidFill>
                <a:latin typeface="Arial" panose="020B0604020202020204" pitchFamily="34" charset="0"/>
              </a:rPr>
              <a:t>ACKNOWLEDGEMENT OF TRADITIONAL OWNERS </a:t>
            </a:r>
          </a:p>
        </p:txBody>
      </p:sp>
    </p:spTree>
    <p:extLst>
      <p:ext uri="{BB962C8B-B14F-4D97-AF65-F5344CB8AC3E}">
        <p14:creationId xmlns:p14="http://schemas.microsoft.com/office/powerpoint/2010/main" val="1610645131"/>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 uri="{C183D7F6-B498-43B3-948B-1728B52AA6E4}">
                <adec:decorative xmlns:adec="http://schemas.microsoft.com/office/drawing/2017/decorative" val="1"/>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p:nvPr>
        </p:nvSpPr>
        <p:spPr>
          <a:xfrm>
            <a:off x="468000" y="1800000"/>
            <a:ext cx="11232000" cy="3960000"/>
          </a:xfrm>
          <a:prstGeom prst="rect">
            <a:avLst/>
          </a:prstGeom>
        </p:spPr>
        <p:txBody>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mj-lt"/>
              </a:defRPr>
            </a:lvl1pPr>
          </a:lstStyle>
          <a:p>
            <a:r>
              <a:rPr lang="en-US"/>
              <a:t>Click to edit Master title style</a:t>
            </a:r>
            <a:endParaRPr lang="en-AU" dirty="0"/>
          </a:p>
        </p:txBody>
      </p:sp>
    </p:spTree>
    <p:extLst>
      <p:ext uri="{BB962C8B-B14F-4D97-AF65-F5344CB8AC3E}">
        <p14:creationId xmlns:p14="http://schemas.microsoft.com/office/powerpoint/2010/main" val="6916318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50584816"/>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4_Two column slide">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CED1A86-7C00-4B5E-BF2D-030A391AC223}"/>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4" name="Content Placeholder 3">
            <a:extLst>
              <a:ext uri="{FF2B5EF4-FFF2-40B4-BE49-F238E27FC236}">
                <a16:creationId xmlns:a16="http://schemas.microsoft.com/office/drawing/2014/main" id="{CFDA814E-6A9F-478A-8061-C5740CBC088C}"/>
              </a:ext>
              <a:ext uri="{C183D7F6-B498-43B3-948B-1728B52AA6E4}">
                <adec:decorative xmlns:adec="http://schemas.microsoft.com/office/drawing/2017/decorative" val="1"/>
              </a:ext>
            </a:extLst>
          </p:cNvPr>
          <p:cNvSpPr>
            <a:spLocks noGrp="1"/>
          </p:cNvSpPr>
          <p:nvPr>
            <p:ph sz="half" idx="2"/>
          </p:nvPr>
        </p:nvSpPr>
        <p:spPr>
          <a:xfrm>
            <a:off x="6189537" y="1800000"/>
            <a:ext cx="5510463" cy="3960000"/>
          </a:xfrm>
          <a:prstGeom prst="rect">
            <a:avLst/>
          </a:prstGeom>
        </p:spPr>
        <p:txBody>
          <a:bodyPr>
            <a:normAutofit/>
          </a:bodyPr>
          <a:lstStyle>
            <a:lvl1pPr>
              <a:defRPr sz="2000" baseline="0">
                <a:solidFill>
                  <a:srgbClr val="000619"/>
                </a:solidFill>
              </a:defRPr>
            </a:lvl1pPr>
            <a:lvl2pPr>
              <a:defRPr sz="2000" baseline="0">
                <a:solidFill>
                  <a:srgbClr val="000619"/>
                </a:solidFill>
              </a:defRPr>
            </a:lvl2pPr>
            <a:lvl3pPr>
              <a:defRPr sz="2000" baseline="0">
                <a:solidFill>
                  <a:srgbClr val="000619"/>
                </a:solidFill>
              </a:defRPr>
            </a:lvl3pPr>
            <a:lvl4pPr>
              <a:defRPr sz="2000" baseline="0">
                <a:solidFill>
                  <a:srgbClr val="000619"/>
                </a:solidFill>
              </a:defRPr>
            </a:lvl4pPr>
            <a:lvl5pPr>
              <a:defRPr sz="2000" baseline="0">
                <a:solidFill>
                  <a:srgbClr val="00061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2">
            <a:extLst>
              <a:ext uri="{FF2B5EF4-FFF2-40B4-BE49-F238E27FC236}">
                <a16:creationId xmlns:a16="http://schemas.microsoft.com/office/drawing/2014/main" id="{AE3B8D85-19EE-40D8-B0FC-72738D139668}"/>
              </a:ext>
              <a:ext uri="{C183D7F6-B498-43B3-948B-1728B52AA6E4}">
                <adec:decorative xmlns:adec="http://schemas.microsoft.com/office/drawing/2017/decorative" val="1"/>
              </a:ext>
            </a:extLst>
          </p:cNvPr>
          <p:cNvSpPr>
            <a:spLocks noGrp="1"/>
          </p:cNvSpPr>
          <p:nvPr>
            <p:ph sz="half" idx="1"/>
          </p:nvPr>
        </p:nvSpPr>
        <p:spPr>
          <a:xfrm>
            <a:off x="468000" y="1800000"/>
            <a:ext cx="5430253" cy="3960000"/>
          </a:xfrm>
          <a:prstGeom prst="rect">
            <a:avLst/>
          </a:prstGeom>
        </p:spPr>
        <p:txBody>
          <a:bodyPr>
            <a:normAutofit/>
          </a:bodyPr>
          <a:lstStyle>
            <a:lvl1pPr>
              <a:defRPr sz="2000" baseline="0">
                <a:solidFill>
                  <a:srgbClr val="1C1C1C"/>
                </a:solidFill>
              </a:defRPr>
            </a:lvl1pPr>
            <a:lvl2pPr>
              <a:defRPr sz="2000" baseline="0">
                <a:solidFill>
                  <a:srgbClr val="1C1C1C"/>
                </a:solidFill>
              </a:defRPr>
            </a:lvl2pPr>
            <a:lvl3pPr>
              <a:defRPr sz="2000" baseline="0">
                <a:solidFill>
                  <a:srgbClr val="1C1C1C"/>
                </a:solidFill>
              </a:defRPr>
            </a:lvl3pPr>
            <a:lvl4pPr>
              <a:defRPr sz="2000" baseline="0">
                <a:solidFill>
                  <a:srgbClr val="1C1C1C"/>
                </a:solidFill>
              </a:defRPr>
            </a:lvl4pPr>
            <a:lvl5pPr>
              <a:defRPr sz="2000" baseline="0">
                <a:solidFill>
                  <a:srgbClr val="1C1C1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3D32BEA0-D192-4426-8039-EC77442576C8}"/>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3990707427"/>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5_Dark blue highl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34297478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6_bright blue high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tx2"/>
                </a:solidFill>
              </a:defRPr>
            </a:lvl1pPr>
          </a:lstStyle>
          <a:p>
            <a:r>
              <a:rPr lang="en-US"/>
              <a:t>Click to edit Master title style</a:t>
            </a:r>
            <a:endParaRPr lang="en-AU" dirty="0"/>
          </a:p>
        </p:txBody>
      </p:sp>
    </p:spTree>
    <p:extLst>
      <p:ext uri="{BB962C8B-B14F-4D97-AF65-F5344CB8AC3E}">
        <p14:creationId xmlns:p14="http://schemas.microsoft.com/office/powerpoint/2010/main" val="301683691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blank ">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0BC167D-F647-4BE2-BBA9-8ADE0451500E}"/>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Tree>
    <p:extLst>
      <p:ext uri="{BB962C8B-B14F-4D97-AF65-F5344CB8AC3E}">
        <p14:creationId xmlns:p14="http://schemas.microsoft.com/office/powerpoint/2010/main" val="1158394569"/>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ter Page_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335711390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hapter Page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1566651158"/>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Chapter Page_C">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223482554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descr="CRICOS No. 00213J">
            <a:extLst>
              <a:ext uri="{FF2B5EF4-FFF2-40B4-BE49-F238E27FC236}">
                <a16:creationId xmlns:a16="http://schemas.microsoft.com/office/drawing/2014/main" id="{3819D453-5A42-99B4-BEE6-9B49622C4FFE}"/>
              </a:ext>
            </a:extLst>
          </p:cNvPr>
          <p:cNvSpPr txBox="1"/>
          <p:nvPr userDrawn="1"/>
        </p:nvSpPr>
        <p:spPr>
          <a:xfrm>
            <a:off x="345920" y="5861551"/>
            <a:ext cx="2663287" cy="169277"/>
          </a:xfrm>
          <a:prstGeom prst="rect">
            <a:avLst/>
          </a:prstGeom>
          <a:noFill/>
        </p:spPr>
        <p:txBody>
          <a:bodyPr wrap="square" rtlCol="0">
            <a:spAutoFit/>
          </a:bodyPr>
          <a:lstStyle/>
          <a:p>
            <a:pPr algn="l"/>
            <a:r>
              <a:rPr lang="en-AU" sz="500" dirty="0">
                <a:solidFill>
                  <a:schemeClr val="bg2">
                    <a:lumMod val="75000"/>
                  </a:schemeClr>
                </a:solidFill>
              </a:rPr>
              <a:t>TEQSA Provider ID PRV12079  Australian University | CRICOS No.00213J</a:t>
            </a:r>
          </a:p>
        </p:txBody>
      </p:sp>
      <p:pic>
        <p:nvPicPr>
          <p:cNvPr id="10" name="Picture 9">
            <a:extLst>
              <a:ext uri="{FF2B5EF4-FFF2-40B4-BE49-F238E27FC236}">
                <a16:creationId xmlns:a16="http://schemas.microsoft.com/office/drawing/2014/main" id="{104FBEC7-6426-4AEC-A1CC-40670871954C}"/>
              </a:ext>
              <a:ext uri="{C183D7F6-B498-43B3-948B-1728B52AA6E4}">
                <adec:decorative xmlns:adec="http://schemas.microsoft.com/office/drawing/2017/decorative" val="1"/>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 y="6080044"/>
            <a:ext cx="12192000" cy="777956"/>
          </a:xfrm>
          <a:prstGeom prst="rect">
            <a:avLst/>
          </a:prstGeom>
        </p:spPr>
      </p:pic>
      <p:pic>
        <p:nvPicPr>
          <p:cNvPr id="4" name="Picture 3" descr="Logo - Queensland University of Technology">
            <a:extLst>
              <a:ext uri="{FF2B5EF4-FFF2-40B4-BE49-F238E27FC236}">
                <a16:creationId xmlns:a16="http://schemas.microsoft.com/office/drawing/2014/main" id="{771F55EB-84E1-4510-9C72-0DF84EA1B1A4}"/>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1267892" y="6218210"/>
            <a:ext cx="481643" cy="481643"/>
          </a:xfrm>
          <a:prstGeom prst="rect">
            <a:avLst/>
          </a:prstGeom>
        </p:spPr>
      </p:pic>
      <p:sp>
        <p:nvSpPr>
          <p:cNvPr id="5" name="TextBox 4">
            <a:extLst>
              <a:ext uri="{FF2B5EF4-FFF2-40B4-BE49-F238E27FC236}">
                <a16:creationId xmlns:a16="http://schemas.microsoft.com/office/drawing/2014/main" id="{1475DFC8-C02E-4F5E-BE32-FE282B7EF40D}"/>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rPr>
              <a:t>MXB362 – Advanced Visualisation and Data Sciences</a:t>
            </a:r>
          </a:p>
          <a:p>
            <a:r>
              <a:rPr lang="en-AU" sz="1100" b="0" dirty="0">
                <a:solidFill>
                  <a:schemeClr val="bg1"/>
                </a:solidFill>
              </a:rPr>
              <a:t>School of </a:t>
            </a:r>
            <a:r>
              <a:rPr lang="en-AU" sz="1100" b="0">
                <a:solidFill>
                  <a:schemeClr val="bg1"/>
                </a:solidFill>
              </a:rPr>
              <a:t>Mathematical Sciences</a:t>
            </a:r>
            <a:endParaRPr lang="en-AU" sz="1100" b="0" dirty="0">
              <a:solidFill>
                <a:schemeClr val="bg1"/>
              </a:solidFill>
            </a:endParaRPr>
          </a:p>
        </p:txBody>
      </p:sp>
      <p:sp>
        <p:nvSpPr>
          <p:cNvPr id="8" name="Text Placeholder 2">
            <a:extLst>
              <a:ext uri="{FF2B5EF4-FFF2-40B4-BE49-F238E27FC236}">
                <a16:creationId xmlns:a16="http://schemas.microsoft.com/office/drawing/2014/main" id="{1409811D-58FA-4569-BF65-03783DB26BAA}"/>
              </a:ext>
            </a:extLst>
          </p:cNvPr>
          <p:cNvSpPr>
            <a:spLocks noGrp="1"/>
          </p:cNvSpPr>
          <p:nvPr>
            <p:ph type="body" idx="1"/>
          </p:nvPr>
        </p:nvSpPr>
        <p:spPr>
          <a:xfrm>
            <a:off x="468000" y="1800000"/>
            <a:ext cx="11232000" cy="396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Placeholder 1">
            <a:extLst>
              <a:ext uri="{FF2B5EF4-FFF2-40B4-BE49-F238E27FC236}">
                <a16:creationId xmlns:a16="http://schemas.microsoft.com/office/drawing/2014/main" id="{EF70AB86-8F1E-44CD-82C9-F9C4926C0D76}"/>
              </a:ext>
            </a:extLst>
          </p:cNvPr>
          <p:cNvSpPr>
            <a:spLocks noGrp="1"/>
          </p:cNvSpPr>
          <p:nvPr>
            <p:ph type="title"/>
          </p:nvPr>
        </p:nvSpPr>
        <p:spPr>
          <a:xfrm>
            <a:off x="468000" y="360000"/>
            <a:ext cx="11232000" cy="1332000"/>
          </a:xfrm>
          <a:prstGeom prst="rect">
            <a:avLst/>
          </a:prstGeom>
        </p:spPr>
        <p:txBody>
          <a:bodyPr vert="horz" lIns="91440" tIns="45720" rIns="91440" bIns="45720" rtlCol="0" anchor="ctr">
            <a:normAutofit/>
          </a:bodyPr>
          <a:lstStyle/>
          <a:p>
            <a:r>
              <a:rPr lang="en-US"/>
              <a:t>Click to edit Master title style</a:t>
            </a:r>
            <a:endParaRPr lang="en-AU" dirty="0"/>
          </a:p>
        </p:txBody>
      </p:sp>
    </p:spTree>
    <p:extLst>
      <p:ext uri="{BB962C8B-B14F-4D97-AF65-F5344CB8AC3E}">
        <p14:creationId xmlns:p14="http://schemas.microsoft.com/office/powerpoint/2010/main" val="32327397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 id="2147483662" r:id="rId4"/>
    <p:sldLayoutId id="2147483664" r:id="rId5"/>
    <p:sldLayoutId id="2147483668" r:id="rId6"/>
    <p:sldLayoutId id="2147483649" r:id="rId7"/>
    <p:sldLayoutId id="2147483650" r:id="rId8"/>
    <p:sldLayoutId id="2147483665" r:id="rId9"/>
    <p:sldLayoutId id="2147483652" r:id="rId10"/>
    <p:sldLayoutId id="2147483666" r:id="rId11"/>
    <p:sldLayoutId id="2147483667" r:id="rId12"/>
    <p:sldLayoutId id="2147483654" r:id="rId13"/>
    <p:sldLayoutId id="2147483669" r:id="rId14"/>
    <p:sldLayoutId id="2147483670" r:id="rId15"/>
    <p:sldLayoutId id="2147483671" r:id="rId16"/>
  </p:sldLayoutIdLst>
  <p:transition spd="med">
    <p:fade/>
  </p:transition>
  <p:hf sldNum="0" hdr="0" ftr="0" dt="0"/>
  <p:txStyles>
    <p:titleStyle>
      <a:lvl1pPr algn="l" defTabSz="914400" rtl="0" eaLnBrk="1" latinLnBrk="0" hangingPunct="1">
        <a:lnSpc>
          <a:spcPct val="90000"/>
        </a:lnSpc>
        <a:spcBef>
          <a:spcPct val="0"/>
        </a:spcBef>
        <a:buNone/>
        <a:defRPr sz="4400" b="1" kern="1200" baseline="0">
          <a:solidFill>
            <a:srgbClr val="164C7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emf"/><Relationship Id="rId1" Type="http://schemas.openxmlformats.org/officeDocument/2006/relationships/slideLayout" Target="../slideLayouts/slideLayout8.xml"/><Relationship Id="rId5" Type="http://schemas.openxmlformats.org/officeDocument/2006/relationships/image" Target="../media/image16.tif"/><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3DE832-F663-6D4C-A6CE-16EE7AC91959}"/>
              </a:ext>
            </a:extLst>
          </p:cNvPr>
          <p:cNvSpPr>
            <a:spLocks noGrp="1"/>
          </p:cNvSpPr>
          <p:nvPr>
            <p:ph type="body" sz="quarter" idx="10"/>
          </p:nvPr>
        </p:nvSpPr>
        <p:spPr/>
        <p:txBody>
          <a:bodyPr/>
          <a:lstStyle/>
          <a:p>
            <a:endParaRPr lang="en-AU"/>
          </a:p>
        </p:txBody>
      </p:sp>
      <p:sp>
        <p:nvSpPr>
          <p:cNvPr id="3" name="Subtitle 2">
            <a:extLst>
              <a:ext uri="{FF2B5EF4-FFF2-40B4-BE49-F238E27FC236}">
                <a16:creationId xmlns:a16="http://schemas.microsoft.com/office/drawing/2014/main" id="{E3374E54-987E-7848-8633-7203E9A9200B}"/>
              </a:ext>
            </a:extLst>
          </p:cNvPr>
          <p:cNvSpPr>
            <a:spLocks noGrp="1"/>
          </p:cNvSpPr>
          <p:nvPr>
            <p:ph type="subTitle" idx="1"/>
          </p:nvPr>
        </p:nvSpPr>
        <p:spPr/>
        <p:txBody>
          <a:bodyPr/>
          <a:lstStyle/>
          <a:p>
            <a:endParaRPr lang="en-AU"/>
          </a:p>
        </p:txBody>
      </p:sp>
      <p:sp>
        <p:nvSpPr>
          <p:cNvPr id="4" name="Title 3">
            <a:extLst>
              <a:ext uri="{FF2B5EF4-FFF2-40B4-BE49-F238E27FC236}">
                <a16:creationId xmlns:a16="http://schemas.microsoft.com/office/drawing/2014/main" id="{4CB231B7-6131-0949-BB3E-AE7ACD17A209}"/>
              </a:ext>
            </a:extLst>
          </p:cNvPr>
          <p:cNvSpPr>
            <a:spLocks noGrp="1"/>
          </p:cNvSpPr>
          <p:nvPr>
            <p:ph type="ctrTitle"/>
          </p:nvPr>
        </p:nvSpPr>
        <p:spPr/>
        <p:txBody>
          <a:bodyPr>
            <a:normAutofit fontScale="90000"/>
          </a:bodyPr>
          <a:lstStyle/>
          <a:p>
            <a:r>
              <a:rPr lang="en-US" sz="5400" dirty="0" err="1"/>
              <a:t>Visualising</a:t>
            </a:r>
            <a:r>
              <a:rPr lang="en-US" sz="5400" dirty="0"/>
              <a:t> Uncertainty</a:t>
            </a:r>
            <a:br>
              <a:rPr lang="en-US" sz="5400" dirty="0"/>
            </a:br>
            <a:endParaRPr lang="en-AU" dirty="0"/>
          </a:p>
        </p:txBody>
      </p:sp>
    </p:spTree>
    <p:extLst>
      <p:ext uri="{BB962C8B-B14F-4D97-AF65-F5344CB8AC3E}">
        <p14:creationId xmlns:p14="http://schemas.microsoft.com/office/powerpoint/2010/main" val="269328962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6122DB9-EDA3-3A88-139C-9382F9338FF4}"/>
              </a:ext>
            </a:extLst>
          </p:cNvPr>
          <p:cNvSpPr/>
          <p:nvPr/>
        </p:nvSpPr>
        <p:spPr>
          <a:xfrm>
            <a:off x="9401750" y="1865621"/>
            <a:ext cx="2189879" cy="367601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AU"/>
          </a:p>
        </p:txBody>
      </p:sp>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a:t>
            </a:r>
            <a:r>
              <a:rPr lang="en-US" dirty="0" err="1"/>
              <a:t>Visualising</a:t>
            </a:r>
            <a:r>
              <a:rPr lang="en-US" dirty="0"/>
              <a:t> spatial uncertainty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8718958" cy="3960000"/>
          </a:xfrm>
        </p:spPr>
        <p:txBody>
          <a:bodyPr>
            <a:normAutofit fontScale="92500"/>
          </a:bodyPr>
          <a:lstStyle/>
          <a:p>
            <a:pPr marL="0" indent="0">
              <a:buNone/>
            </a:pPr>
            <a:r>
              <a:rPr lang="en-US" dirty="0"/>
              <a:t>Coral reef fish larvae spend a long time in the open ocean (pelagic) environment before they choose a location to spend their adult life.</a:t>
            </a:r>
          </a:p>
          <a:p>
            <a:pPr marL="0" indent="0">
              <a:buNone/>
            </a:pPr>
            <a:endParaRPr lang="en-US" dirty="0"/>
          </a:p>
          <a:p>
            <a:pPr marL="0" indent="0">
              <a:buNone/>
            </a:pPr>
            <a:r>
              <a:rPr lang="en-US" dirty="0"/>
              <a:t>The hydrodynamic flow structure of the ocean environment is highly sensitive to initial conditions. Two larvae who leave the same reef at the same time can end up in very different destinations.</a:t>
            </a:r>
          </a:p>
          <a:p>
            <a:pPr marL="0" indent="0">
              <a:buNone/>
            </a:pPr>
            <a:endParaRPr lang="en-US" dirty="0"/>
          </a:p>
          <a:p>
            <a:pPr marL="0" indent="0">
              <a:buNone/>
            </a:pPr>
            <a:r>
              <a:rPr lang="en-US" dirty="0" err="1"/>
              <a:t>Visualising</a:t>
            </a:r>
            <a:r>
              <a:rPr lang="en-US" dirty="0"/>
              <a:t> this uncertainty is important for communicating how hard fisheries management is. If we can’t predict where baby larvae come from and travel to, we can’t plan our fishing quotas for next year. </a:t>
            </a:r>
          </a:p>
          <a:p>
            <a:endParaRPr lang="en-AU" dirty="0"/>
          </a:p>
        </p:txBody>
      </p:sp>
      <p:pic>
        <p:nvPicPr>
          <p:cNvPr id="2" name="Picture 1" descr="Larva 1">
            <a:extLst>
              <a:ext uri="{FF2B5EF4-FFF2-40B4-BE49-F238E27FC236}">
                <a16:creationId xmlns:a16="http://schemas.microsoft.com/office/drawing/2014/main" id="{7BE0F9E4-1B54-19DB-3354-DAC11BD11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0558" y="2393142"/>
            <a:ext cx="1030287" cy="1609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8" descr="Larva 3">
            <a:extLst>
              <a:ext uri="{FF2B5EF4-FFF2-40B4-BE49-F238E27FC236}">
                <a16:creationId xmlns:a16="http://schemas.microsoft.com/office/drawing/2014/main" id="{3F69D9A2-2C67-3787-7033-DF1E9947DC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6658" y="4021033"/>
            <a:ext cx="1447800" cy="547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9" descr="Larva 4">
            <a:extLst>
              <a:ext uri="{FF2B5EF4-FFF2-40B4-BE49-F238E27FC236}">
                <a16:creationId xmlns:a16="http://schemas.microsoft.com/office/drawing/2014/main" id="{A02FA413-8FE5-ACE3-5019-882DA6AE30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3093" y="2034368"/>
            <a:ext cx="831850" cy="1163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10" descr="Larva 5">
            <a:extLst>
              <a:ext uri="{FF2B5EF4-FFF2-40B4-BE49-F238E27FC236}">
                <a16:creationId xmlns:a16="http://schemas.microsoft.com/office/drawing/2014/main" id="{9E73831F-EA5C-CCC6-22AE-EFDC3A4485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75738" y="4586886"/>
            <a:ext cx="1387475" cy="81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1267923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a:t>
            </a:r>
            <a:r>
              <a:rPr lang="en-US" dirty="0" err="1"/>
              <a:t>Visualising</a:t>
            </a:r>
            <a:r>
              <a:rPr lang="en-US" dirty="0"/>
              <a:t> spatial uncertainty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8835560" cy="3960000"/>
          </a:xfrm>
        </p:spPr>
        <p:txBody>
          <a:bodyPr>
            <a:normAutofit/>
          </a:bodyPr>
          <a:lstStyle/>
          <a:p>
            <a:pPr marL="0" indent="0">
              <a:buNone/>
            </a:pPr>
            <a:r>
              <a:rPr lang="en-US" sz="2000" dirty="0"/>
              <a:t>We will model the possible destinations of coral reef fish larvae that were spawned on Egg Rock in the Keppel Islands group, on July 26, 2011. </a:t>
            </a:r>
          </a:p>
          <a:p>
            <a:pPr marL="0" indent="0">
              <a:buNone/>
            </a:pPr>
            <a:endParaRPr lang="en-AU" dirty="0"/>
          </a:p>
        </p:txBody>
      </p:sp>
      <p:pic>
        <p:nvPicPr>
          <p:cNvPr id="9" name="Picture 8" descr="PastedGraphic-1.pdf">
            <a:extLst>
              <a:ext uri="{FF2B5EF4-FFF2-40B4-BE49-F238E27FC236}">
                <a16:creationId xmlns:a16="http://schemas.microsoft.com/office/drawing/2014/main" id="{2726CE21-51B8-69BC-AD37-84E884009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2415" y="3320065"/>
            <a:ext cx="2553443" cy="2274161"/>
          </a:xfrm>
          <a:prstGeom prst="rect">
            <a:avLst/>
          </a:prstGeom>
          <a:ln w="12700" cmpd="sng">
            <a:solidFill>
              <a:srgbClr val="000000"/>
            </a:solidFill>
          </a:ln>
        </p:spPr>
      </p:pic>
      <p:pic>
        <p:nvPicPr>
          <p:cNvPr id="10" name="Picture 9" descr="Plectropomus leopardus cutout.gif">
            <a:extLst>
              <a:ext uri="{FF2B5EF4-FFF2-40B4-BE49-F238E27FC236}">
                <a16:creationId xmlns:a16="http://schemas.microsoft.com/office/drawing/2014/main" id="{0AD0EBFF-3D27-7AD0-5A10-7E36F8F7B5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1642" y="1541102"/>
            <a:ext cx="2349533" cy="1010720"/>
          </a:xfrm>
          <a:prstGeom prst="rect">
            <a:avLst/>
          </a:prstGeom>
        </p:spPr>
      </p:pic>
      <p:sp>
        <p:nvSpPr>
          <p:cNvPr id="11" name="TextBox 10">
            <a:extLst>
              <a:ext uri="{FF2B5EF4-FFF2-40B4-BE49-F238E27FC236}">
                <a16:creationId xmlns:a16="http://schemas.microsoft.com/office/drawing/2014/main" id="{5FF430BF-BE61-BBE1-2B7E-73DC572DE94F}"/>
              </a:ext>
            </a:extLst>
          </p:cNvPr>
          <p:cNvSpPr txBox="1"/>
          <p:nvPr/>
        </p:nvSpPr>
        <p:spPr>
          <a:xfrm>
            <a:off x="9414254" y="2719525"/>
            <a:ext cx="2751369" cy="416491"/>
          </a:xfrm>
          <a:prstGeom prst="rect">
            <a:avLst/>
          </a:prstGeom>
          <a:noFill/>
        </p:spPr>
        <p:txBody>
          <a:bodyPr wrap="none" rtlCol="0">
            <a:spAutoFit/>
          </a:bodyPr>
          <a:lstStyle/>
          <a:p>
            <a:r>
              <a:rPr lang="en-US" sz="1600" i="1"/>
              <a:t>Plectropomus maculatus</a:t>
            </a:r>
          </a:p>
        </p:txBody>
      </p:sp>
      <p:sp>
        <p:nvSpPr>
          <p:cNvPr id="12" name="TextBox 11">
            <a:extLst>
              <a:ext uri="{FF2B5EF4-FFF2-40B4-BE49-F238E27FC236}">
                <a16:creationId xmlns:a16="http://schemas.microsoft.com/office/drawing/2014/main" id="{571F9152-148C-63CE-791E-8639A4430C3B}"/>
              </a:ext>
            </a:extLst>
          </p:cNvPr>
          <p:cNvSpPr txBox="1"/>
          <p:nvPr/>
        </p:nvSpPr>
        <p:spPr>
          <a:xfrm>
            <a:off x="9475655" y="5602014"/>
            <a:ext cx="2716345" cy="416491"/>
          </a:xfrm>
          <a:prstGeom prst="rect">
            <a:avLst/>
          </a:prstGeom>
          <a:noFill/>
        </p:spPr>
        <p:txBody>
          <a:bodyPr wrap="none" rtlCol="0">
            <a:spAutoFit/>
          </a:bodyPr>
          <a:lstStyle/>
          <a:p>
            <a:r>
              <a:rPr lang="en-US" sz="1600"/>
              <a:t>Egg Rock, Keppel Islands</a:t>
            </a:r>
          </a:p>
        </p:txBody>
      </p:sp>
      <p:pic>
        <p:nvPicPr>
          <p:cNvPr id="13" name="Picture 24" descr="P">
            <a:extLst>
              <a:ext uri="{FF2B5EF4-FFF2-40B4-BE49-F238E27FC236}">
                <a16:creationId xmlns:a16="http://schemas.microsoft.com/office/drawing/2014/main" id="{EF8C6D55-1B03-74E0-8DDE-97B9EF44C50C}"/>
              </a:ext>
            </a:extLst>
          </p:cNvPr>
          <p:cNvPicPr>
            <a:picLocks noChangeAspect="1" noChangeArrowheads="1"/>
          </p:cNvPicPr>
          <p:nvPr/>
        </p:nvPicPr>
        <p:blipFill>
          <a:blip r:embed="rId4"/>
          <a:srcRect/>
          <a:stretch>
            <a:fillRect/>
          </a:stretch>
        </p:blipFill>
        <p:spPr bwMode="auto">
          <a:xfrm>
            <a:off x="10183934" y="2330026"/>
            <a:ext cx="1502900" cy="481286"/>
          </a:xfrm>
          <a:prstGeom prst="rect">
            <a:avLst/>
          </a:prstGeom>
          <a:noFill/>
          <a:ln w="9525">
            <a:noFill/>
            <a:miter lim="800000"/>
            <a:headEnd/>
            <a:tailEnd/>
          </a:ln>
        </p:spPr>
      </p:pic>
      <p:pic>
        <p:nvPicPr>
          <p:cNvPr id="21" name="Picture 20" descr="LocationSlide.tif">
            <a:extLst>
              <a:ext uri="{FF2B5EF4-FFF2-40B4-BE49-F238E27FC236}">
                <a16:creationId xmlns:a16="http://schemas.microsoft.com/office/drawing/2014/main" id="{84480E41-3FD3-1284-FC31-9142A6D574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839" y="2532800"/>
            <a:ext cx="5633687" cy="3167339"/>
          </a:xfrm>
          <a:prstGeom prst="rect">
            <a:avLst/>
          </a:prstGeom>
        </p:spPr>
      </p:pic>
    </p:spTree>
    <p:extLst>
      <p:ext uri="{BB962C8B-B14F-4D97-AF65-F5344CB8AC3E}">
        <p14:creationId xmlns:p14="http://schemas.microsoft.com/office/powerpoint/2010/main" val="2614329614"/>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a:t>
            </a:r>
            <a:r>
              <a:rPr lang="en-US" dirty="0" err="1"/>
              <a:t>Visualising</a:t>
            </a:r>
            <a:r>
              <a:rPr lang="en-US" dirty="0"/>
              <a:t> spatial uncertainty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11498980" cy="3960000"/>
          </a:xfrm>
        </p:spPr>
        <p:txBody>
          <a:bodyPr>
            <a:normAutofit/>
          </a:bodyPr>
          <a:lstStyle/>
          <a:p>
            <a:pPr marL="0" indent="0">
              <a:buNone/>
            </a:pPr>
            <a:r>
              <a:rPr lang="en-US" sz="2000" dirty="0"/>
              <a:t>For this task, we will use MATLAB to produce an animation of spatial data over time to communicate uncertainty. Begin by re-creating a simple map of the Great Barrier Reef (from the first practical).</a:t>
            </a:r>
          </a:p>
          <a:p>
            <a:pPr marL="0" indent="0">
              <a:buNone/>
            </a:pPr>
            <a:r>
              <a:rPr lang="en-US" sz="2000" dirty="0"/>
              <a:t> </a:t>
            </a:r>
          </a:p>
          <a:p>
            <a:pPr marL="0" indent="0">
              <a:buNone/>
            </a:pPr>
            <a:endParaRPr lang="en-AU" dirty="0"/>
          </a:p>
        </p:txBody>
      </p:sp>
      <p:pic>
        <p:nvPicPr>
          <p:cNvPr id="2" name="Picture 1">
            <a:extLst>
              <a:ext uri="{FF2B5EF4-FFF2-40B4-BE49-F238E27FC236}">
                <a16:creationId xmlns:a16="http://schemas.microsoft.com/office/drawing/2014/main" id="{BFF065E6-3ADB-F9CC-D027-8E3E19B990EF}"/>
              </a:ext>
            </a:extLst>
          </p:cNvPr>
          <p:cNvPicPr>
            <a:picLocks noChangeAspect="1"/>
          </p:cNvPicPr>
          <p:nvPr/>
        </p:nvPicPr>
        <p:blipFill>
          <a:blip r:embed="rId2"/>
          <a:stretch>
            <a:fillRect/>
          </a:stretch>
        </p:blipFill>
        <p:spPr>
          <a:xfrm>
            <a:off x="1757678" y="2523393"/>
            <a:ext cx="5321323" cy="2977910"/>
          </a:xfrm>
          <a:prstGeom prst="rect">
            <a:avLst/>
          </a:prstGeom>
        </p:spPr>
      </p:pic>
      <p:pic>
        <p:nvPicPr>
          <p:cNvPr id="3" name="Picture 2">
            <a:extLst>
              <a:ext uri="{FF2B5EF4-FFF2-40B4-BE49-F238E27FC236}">
                <a16:creationId xmlns:a16="http://schemas.microsoft.com/office/drawing/2014/main" id="{DDE390A6-4F9A-55ED-1215-7D422273A7C6}"/>
              </a:ext>
            </a:extLst>
          </p:cNvPr>
          <p:cNvPicPr>
            <a:picLocks noChangeAspect="1"/>
          </p:cNvPicPr>
          <p:nvPr/>
        </p:nvPicPr>
        <p:blipFill>
          <a:blip r:embed="rId3"/>
          <a:stretch>
            <a:fillRect/>
          </a:stretch>
        </p:blipFill>
        <p:spPr>
          <a:xfrm>
            <a:off x="7244873" y="2406790"/>
            <a:ext cx="2963641" cy="3236608"/>
          </a:xfrm>
          <a:prstGeom prst="rect">
            <a:avLst/>
          </a:prstGeom>
        </p:spPr>
      </p:pic>
    </p:spTree>
    <p:extLst>
      <p:ext uri="{BB962C8B-B14F-4D97-AF65-F5344CB8AC3E}">
        <p14:creationId xmlns:p14="http://schemas.microsoft.com/office/powerpoint/2010/main" val="406406211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a:t>
            </a:r>
            <a:r>
              <a:rPr lang="en-US" dirty="0" err="1"/>
              <a:t>Visualising</a:t>
            </a:r>
            <a:r>
              <a:rPr lang="en-US" dirty="0"/>
              <a:t> spatial uncertainty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11498980" cy="3960000"/>
          </a:xfrm>
        </p:spPr>
        <p:txBody>
          <a:bodyPr>
            <a:normAutofit/>
          </a:bodyPr>
          <a:lstStyle/>
          <a:p>
            <a:pPr marL="0" indent="0">
              <a:buNone/>
            </a:pPr>
            <a:r>
              <a:rPr lang="en-US" sz="2000" dirty="0"/>
              <a:t>Now create an animated cloud of releases using the data in LarvalReleases_MXB362.mat</a:t>
            </a:r>
          </a:p>
          <a:p>
            <a:pPr marL="0" indent="0">
              <a:buNone/>
            </a:pPr>
            <a:r>
              <a:rPr lang="en-US" sz="2000" dirty="0"/>
              <a:t> </a:t>
            </a:r>
          </a:p>
          <a:p>
            <a:pPr marL="0" indent="0">
              <a:buNone/>
            </a:pPr>
            <a:endParaRPr lang="en-AU" dirty="0"/>
          </a:p>
        </p:txBody>
      </p:sp>
      <p:pic>
        <p:nvPicPr>
          <p:cNvPr id="4" name="Picture 3">
            <a:extLst>
              <a:ext uri="{FF2B5EF4-FFF2-40B4-BE49-F238E27FC236}">
                <a16:creationId xmlns:a16="http://schemas.microsoft.com/office/drawing/2014/main" id="{26742FB4-F504-0DAD-AC96-B9FE79E4A736}"/>
              </a:ext>
            </a:extLst>
          </p:cNvPr>
          <p:cNvPicPr>
            <a:picLocks noChangeAspect="1"/>
          </p:cNvPicPr>
          <p:nvPr/>
        </p:nvPicPr>
        <p:blipFill>
          <a:blip r:embed="rId2"/>
          <a:stretch>
            <a:fillRect/>
          </a:stretch>
        </p:blipFill>
        <p:spPr>
          <a:xfrm>
            <a:off x="7453775" y="2316056"/>
            <a:ext cx="2796121" cy="3188424"/>
          </a:xfrm>
          <a:prstGeom prst="rect">
            <a:avLst/>
          </a:prstGeom>
        </p:spPr>
      </p:pic>
      <p:pic>
        <p:nvPicPr>
          <p:cNvPr id="7" name="Picture 6">
            <a:extLst>
              <a:ext uri="{FF2B5EF4-FFF2-40B4-BE49-F238E27FC236}">
                <a16:creationId xmlns:a16="http://schemas.microsoft.com/office/drawing/2014/main" id="{09DC6A1F-5F0F-6ED7-031B-85C88BF1F6BB}"/>
              </a:ext>
            </a:extLst>
          </p:cNvPr>
          <p:cNvPicPr>
            <a:picLocks noChangeAspect="1"/>
          </p:cNvPicPr>
          <p:nvPr/>
        </p:nvPicPr>
        <p:blipFill>
          <a:blip r:embed="rId3"/>
          <a:stretch>
            <a:fillRect/>
          </a:stretch>
        </p:blipFill>
        <p:spPr>
          <a:xfrm>
            <a:off x="1218213" y="2392191"/>
            <a:ext cx="5485349" cy="3044783"/>
          </a:xfrm>
          <a:prstGeom prst="rect">
            <a:avLst/>
          </a:prstGeom>
        </p:spPr>
      </p:pic>
    </p:spTree>
    <p:extLst>
      <p:ext uri="{BB962C8B-B14F-4D97-AF65-F5344CB8AC3E}">
        <p14:creationId xmlns:p14="http://schemas.microsoft.com/office/powerpoint/2010/main" val="13645348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a:t>
            </a:r>
            <a:r>
              <a:rPr lang="en-US" dirty="0" err="1"/>
              <a:t>Visualising</a:t>
            </a:r>
            <a:r>
              <a:rPr lang="en-US" dirty="0"/>
              <a:t> spatial uncertainty (MATLAB)</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6779694" cy="3960000"/>
          </a:xfrm>
        </p:spPr>
        <p:txBody>
          <a:bodyPr>
            <a:normAutofit/>
          </a:bodyPr>
          <a:lstStyle/>
          <a:p>
            <a:pPr marL="0" indent="0">
              <a:buNone/>
            </a:pPr>
            <a:r>
              <a:rPr lang="en-US" sz="2000" dirty="0"/>
              <a:t>Now create an animated cloud of releases using the data in LarvalReleases_MXB362.mat</a:t>
            </a:r>
          </a:p>
          <a:p>
            <a:r>
              <a:rPr lang="en-US" sz="2000" dirty="0"/>
              <a:t>At each timestep, create a method for describing the overall distribution of the larvae (and thus the spatial uncertainty) in some way. </a:t>
            </a:r>
          </a:p>
          <a:p>
            <a:r>
              <a:rPr lang="en-US" sz="2000" dirty="0"/>
              <a:t>Options include convex hulls (see figure to right), contour maps, density kernels, 2D histograms, etc.</a:t>
            </a:r>
          </a:p>
          <a:p>
            <a:r>
              <a:rPr lang="en-US" sz="2000" dirty="0"/>
              <a:t> Produce a .gif file animation of the dispersal uncertainty</a:t>
            </a:r>
          </a:p>
          <a:p>
            <a:pPr marL="0" indent="0">
              <a:buNone/>
            </a:pPr>
            <a:endParaRPr lang="en-AU" dirty="0"/>
          </a:p>
        </p:txBody>
      </p:sp>
      <p:pic>
        <p:nvPicPr>
          <p:cNvPr id="2" name="Picture 1">
            <a:extLst>
              <a:ext uri="{FF2B5EF4-FFF2-40B4-BE49-F238E27FC236}">
                <a16:creationId xmlns:a16="http://schemas.microsoft.com/office/drawing/2014/main" id="{242CD920-3C19-50F9-BD7D-2C7D641296D3}"/>
              </a:ext>
            </a:extLst>
          </p:cNvPr>
          <p:cNvPicPr>
            <a:picLocks noChangeAspect="1"/>
          </p:cNvPicPr>
          <p:nvPr/>
        </p:nvPicPr>
        <p:blipFill>
          <a:blip r:embed="rId2"/>
          <a:stretch>
            <a:fillRect/>
          </a:stretch>
        </p:blipFill>
        <p:spPr>
          <a:xfrm>
            <a:off x="7683415" y="1524459"/>
            <a:ext cx="3086896" cy="3570838"/>
          </a:xfrm>
          <a:prstGeom prst="rect">
            <a:avLst/>
          </a:prstGeom>
        </p:spPr>
      </p:pic>
    </p:spTree>
    <p:extLst>
      <p:ext uri="{BB962C8B-B14F-4D97-AF65-F5344CB8AC3E}">
        <p14:creationId xmlns:p14="http://schemas.microsoft.com/office/powerpoint/2010/main" val="1762678052"/>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2: </a:t>
            </a:r>
            <a:r>
              <a:rPr lang="en-US" dirty="0" err="1"/>
              <a:t>Visualising</a:t>
            </a:r>
            <a:r>
              <a:rPr lang="en-US" dirty="0"/>
              <a:t> multiple types of uncertainty (R)</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11498980" cy="3960000"/>
          </a:xfrm>
        </p:spPr>
        <p:txBody>
          <a:bodyPr>
            <a:normAutofit fontScale="85000" lnSpcReduction="20000"/>
          </a:bodyPr>
          <a:lstStyle/>
          <a:p>
            <a:pPr marL="0" indent="0">
              <a:buNone/>
            </a:pPr>
            <a:r>
              <a:rPr lang="en-US" sz="2000" dirty="0"/>
              <a:t>Forecasts of ecological systems contain three forms of uncertainty:</a:t>
            </a:r>
          </a:p>
          <a:p>
            <a:pPr marL="0" indent="0">
              <a:buNone/>
            </a:pPr>
            <a:endParaRPr lang="en-US" sz="2000" dirty="0"/>
          </a:p>
          <a:p>
            <a:pPr marL="457200" indent="-457200">
              <a:buFont typeface="+mj-lt"/>
              <a:buAutoNum type="arabicPeriod"/>
            </a:pPr>
            <a:r>
              <a:rPr lang="en-US" sz="2000" dirty="0"/>
              <a:t>Stochastic variation</a:t>
            </a:r>
          </a:p>
          <a:p>
            <a:pPr lvl="1"/>
            <a:r>
              <a:rPr lang="en-US" sz="2000" dirty="0"/>
              <a:t>Species’ dynamics often vary through time as a result of environmental stochasticity (e.g., climatic variation), and demographic stochasticity (e.g., the chance variation in population rates that result from a finite population).</a:t>
            </a:r>
          </a:p>
          <a:p>
            <a:pPr marL="457200" indent="-457200">
              <a:buFont typeface="+mj-lt"/>
              <a:buAutoNum type="arabicPeriod"/>
            </a:pPr>
            <a:r>
              <a:rPr lang="en-US" sz="2000" dirty="0"/>
              <a:t>Structural uncertainty</a:t>
            </a:r>
          </a:p>
          <a:p>
            <a:pPr lvl="1"/>
            <a:r>
              <a:rPr lang="en-US" sz="2000" dirty="0"/>
              <a:t>We don’t always know which animals interact with each other, or the spatial distributions of their populations, or the functional forms of their relationships (among many other factors). </a:t>
            </a:r>
          </a:p>
          <a:p>
            <a:pPr marL="457200" indent="-457200">
              <a:buFont typeface="+mj-lt"/>
              <a:buAutoNum type="arabicPeriod"/>
            </a:pPr>
            <a:r>
              <a:rPr lang="en-US" sz="2000" dirty="0"/>
              <a:t>Scenario uncertainty</a:t>
            </a:r>
          </a:p>
          <a:p>
            <a:pPr lvl="1"/>
            <a:r>
              <a:rPr lang="en-US" sz="2000" dirty="0"/>
              <a:t>We don’t know how human interactions with ecosystems will change in the future, and these depend on currently unknowable choices. For example, will people stop wanting to purchase rhino horns, or travel to South Africa for trophy hunting.</a:t>
            </a:r>
          </a:p>
          <a:p>
            <a:pPr marL="0" indent="0">
              <a:buNone/>
            </a:pPr>
            <a:endParaRPr lang="en-US" sz="2000" dirty="0"/>
          </a:p>
          <a:p>
            <a:pPr marL="0" indent="0">
              <a:buNone/>
            </a:pPr>
            <a:r>
              <a:rPr lang="en-US" sz="2000" dirty="0"/>
              <a:t>The different consequences of different types of uncertainty should often be clearly distinguishable.</a:t>
            </a:r>
          </a:p>
          <a:p>
            <a:pPr marL="0" indent="0">
              <a:buNone/>
            </a:pPr>
            <a:endParaRPr lang="en-AU" dirty="0"/>
          </a:p>
        </p:txBody>
      </p:sp>
    </p:spTree>
    <p:extLst>
      <p:ext uri="{BB962C8B-B14F-4D97-AF65-F5344CB8AC3E}">
        <p14:creationId xmlns:p14="http://schemas.microsoft.com/office/powerpoint/2010/main" val="71487959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2: </a:t>
            </a:r>
            <a:r>
              <a:rPr lang="en-US" dirty="0" err="1"/>
              <a:t>Visualising</a:t>
            </a:r>
            <a:r>
              <a:rPr lang="en-US" dirty="0"/>
              <a:t> multiple types of uncertainty (R)</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11498980" cy="3960000"/>
          </a:xfrm>
        </p:spPr>
        <p:txBody>
          <a:bodyPr>
            <a:normAutofit/>
          </a:bodyPr>
          <a:lstStyle/>
          <a:p>
            <a:pPr marL="0" indent="0">
              <a:buNone/>
            </a:pPr>
            <a:r>
              <a:rPr lang="en-US" sz="2000" dirty="0"/>
              <a:t>Consider a model for the dynamics of a simple fishery population, N, incorporating multiplicative normal variation about the intrinsic growth rate, r, and per-capita harvest rate, h:</a:t>
            </a:r>
          </a:p>
          <a:p>
            <a:pPr marL="0" indent="0">
              <a:buNone/>
            </a:pPr>
            <a:endParaRPr lang="en-AU" dirty="0"/>
          </a:p>
        </p:txBody>
      </p:sp>
      <p:sp>
        <p:nvSpPr>
          <p:cNvPr id="2" name="TextBox 1">
            <a:extLst>
              <a:ext uri="{FF2B5EF4-FFF2-40B4-BE49-F238E27FC236}">
                <a16:creationId xmlns:a16="http://schemas.microsoft.com/office/drawing/2014/main" id="{D0BFE3B4-55EE-246B-ADB4-D688B12FA086}"/>
              </a:ext>
            </a:extLst>
          </p:cNvPr>
          <p:cNvSpPr txBox="1"/>
          <p:nvPr/>
        </p:nvSpPr>
        <p:spPr>
          <a:xfrm>
            <a:off x="519314" y="3614779"/>
            <a:ext cx="10501111" cy="707886"/>
          </a:xfrm>
          <a:prstGeom prst="rect">
            <a:avLst/>
          </a:prstGeom>
          <a:noFill/>
        </p:spPr>
        <p:txBody>
          <a:bodyPr wrap="square" rtlCol="0">
            <a:spAutoFit/>
          </a:bodyPr>
          <a:lstStyle/>
          <a:p>
            <a:r>
              <a:rPr lang="en-US" sz="2000" dirty="0"/>
              <a:t>Where                              and		             .  The parameter </a:t>
            </a:r>
            <a:r>
              <a:rPr lang="en-US" sz="2000" i="1" dirty="0"/>
              <a:t>K </a:t>
            </a:r>
            <a:r>
              <a:rPr lang="en-US" sz="2000" dirty="0"/>
              <a:t>represents some carrying capacity and the exponent </a:t>
            </a:r>
            <a:r>
              <a:rPr lang="en-US" sz="2000" i="1" dirty="0"/>
              <a:t>z </a:t>
            </a:r>
            <a:r>
              <a:rPr lang="en-US" sz="2000" dirty="0"/>
              <a:t>is a constant governing the growth dynamics. 	 </a:t>
            </a:r>
          </a:p>
        </p:txBody>
      </p:sp>
      <p:pic>
        <p:nvPicPr>
          <p:cNvPr id="3" name="Picture 2">
            <a:extLst>
              <a:ext uri="{FF2B5EF4-FFF2-40B4-BE49-F238E27FC236}">
                <a16:creationId xmlns:a16="http://schemas.microsoft.com/office/drawing/2014/main" id="{B18390B9-2A01-38C6-F28F-0FC4DFE2DA89}"/>
              </a:ext>
            </a:extLst>
          </p:cNvPr>
          <p:cNvPicPr>
            <a:picLocks noChangeAspect="1"/>
          </p:cNvPicPr>
          <p:nvPr/>
        </p:nvPicPr>
        <p:blipFill>
          <a:blip r:embed="rId2"/>
          <a:stretch>
            <a:fillRect/>
          </a:stretch>
        </p:blipFill>
        <p:spPr>
          <a:xfrm>
            <a:off x="3476625" y="2700379"/>
            <a:ext cx="5019675" cy="676275"/>
          </a:xfrm>
          <a:prstGeom prst="rect">
            <a:avLst/>
          </a:prstGeom>
        </p:spPr>
      </p:pic>
      <p:pic>
        <p:nvPicPr>
          <p:cNvPr id="4" name="Picture 3">
            <a:extLst>
              <a:ext uri="{FF2B5EF4-FFF2-40B4-BE49-F238E27FC236}">
                <a16:creationId xmlns:a16="http://schemas.microsoft.com/office/drawing/2014/main" id="{14613D80-456B-C844-26B0-115EE5C56A7A}"/>
              </a:ext>
            </a:extLst>
          </p:cNvPr>
          <p:cNvPicPr>
            <a:picLocks noChangeAspect="1"/>
          </p:cNvPicPr>
          <p:nvPr/>
        </p:nvPicPr>
        <p:blipFill>
          <a:blip r:embed="rId3"/>
          <a:stretch>
            <a:fillRect/>
          </a:stretch>
        </p:blipFill>
        <p:spPr>
          <a:xfrm>
            <a:off x="1426510" y="3532350"/>
            <a:ext cx="2000250" cy="495300"/>
          </a:xfrm>
          <a:prstGeom prst="rect">
            <a:avLst/>
          </a:prstGeom>
        </p:spPr>
      </p:pic>
      <p:pic>
        <p:nvPicPr>
          <p:cNvPr id="7" name="Picture 6">
            <a:extLst>
              <a:ext uri="{FF2B5EF4-FFF2-40B4-BE49-F238E27FC236}">
                <a16:creationId xmlns:a16="http://schemas.microsoft.com/office/drawing/2014/main" id="{B27F3A2A-AFB4-195C-D54E-15B178D1E620}"/>
              </a:ext>
            </a:extLst>
          </p:cNvPr>
          <p:cNvPicPr>
            <a:picLocks noChangeAspect="1"/>
          </p:cNvPicPr>
          <p:nvPr/>
        </p:nvPicPr>
        <p:blipFill>
          <a:blip r:embed="rId4"/>
          <a:stretch>
            <a:fillRect/>
          </a:stretch>
        </p:blipFill>
        <p:spPr>
          <a:xfrm>
            <a:off x="4100512" y="3506779"/>
            <a:ext cx="1885950" cy="504825"/>
          </a:xfrm>
          <a:prstGeom prst="rect">
            <a:avLst/>
          </a:prstGeom>
        </p:spPr>
      </p:pic>
    </p:spTree>
    <p:extLst>
      <p:ext uri="{BB962C8B-B14F-4D97-AF65-F5344CB8AC3E}">
        <p14:creationId xmlns:p14="http://schemas.microsoft.com/office/powerpoint/2010/main" val="2131150446"/>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10;# Define parameters for a harvested fishery model&#10;r &lt;- 0.25  # Intrinsic growth rate&#10;h &lt;- 0.1  # Per-capita harvest rate&#10;st &lt;- 0.25  # Standard deviation of demographic stochasticity&#10;K &lt;- 1  # Carrying capacity, assuming a scaled population and rates&#10;z &lt;- 1  # First order dynamics&#10;TMax &lt;- 50  # Maximum time&#10;&#10;&#10;&#10;# Initialise the population, perform a single simulation&#10;N &lt;- rep(0.5, TMax)&#10;for (t in 1:(TMax - 1)) {&#10;  rt &lt;- r * (1 + rnorm(1) * st)&#10;  ht &lt;- h * (1 + rnorm(1) * st)&#10;  N[t + 1] &lt;- N[t] + rt * N[t] * (1 - (N[t] / K)^z) - ht * N[t]&#10;}">
            <a:extLst>
              <a:ext uri="{FF2B5EF4-FFF2-40B4-BE49-F238E27FC236}">
                <a16:creationId xmlns:a16="http://schemas.microsoft.com/office/drawing/2014/main" id="{1C1FF7A5-E2A5-D98E-7D17-739B5C97B319}"/>
              </a:ext>
            </a:extLst>
          </p:cNvPr>
          <p:cNvPicPr>
            <a:picLocks noChangeAspect="1"/>
          </p:cNvPicPr>
          <p:nvPr/>
        </p:nvPicPr>
        <p:blipFill>
          <a:blip r:embed="rId2"/>
          <a:stretch>
            <a:fillRect/>
          </a:stretch>
        </p:blipFill>
        <p:spPr>
          <a:xfrm>
            <a:off x="8683280" y="1512420"/>
            <a:ext cx="3040720" cy="2080757"/>
          </a:xfrm>
          <a:prstGeom prst="rect">
            <a:avLst/>
          </a:prstGeom>
        </p:spPr>
      </p:pic>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2: </a:t>
            </a:r>
            <a:r>
              <a:rPr lang="en-US" dirty="0" err="1"/>
              <a:t>Visualising</a:t>
            </a:r>
            <a:r>
              <a:rPr lang="en-US" dirty="0"/>
              <a:t> multiple types of uncertainty (R)</a:t>
            </a:r>
            <a:endParaRPr lang="en-AU" dirty="0"/>
          </a:p>
        </p:txBody>
      </p:sp>
      <p:sp>
        <p:nvSpPr>
          <p:cNvPr id="2" name="Content Placeholder 5">
            <a:extLst>
              <a:ext uri="{FF2B5EF4-FFF2-40B4-BE49-F238E27FC236}">
                <a16:creationId xmlns:a16="http://schemas.microsoft.com/office/drawing/2014/main" id="{4897786A-5CF3-3C3A-4514-8C8F1C37D85E}"/>
              </a:ext>
            </a:extLst>
          </p:cNvPr>
          <p:cNvSpPr txBox="1">
            <a:spLocks/>
          </p:cNvSpPr>
          <p:nvPr/>
        </p:nvSpPr>
        <p:spPr>
          <a:xfrm>
            <a:off x="468000" y="4726324"/>
            <a:ext cx="6779694" cy="1033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result of one simulation is presented in Figure (a). The results of  five simulations are presented in Figure (b). Why do the results differ? What type of uncertainty is this?</a:t>
            </a:r>
          </a:p>
        </p:txBody>
      </p:sp>
      <p:pic>
        <p:nvPicPr>
          <p:cNvPr id="3" name="Picture 2" descr="&#10;# Define parameters for a harvested fishery model&#10;r &lt;- 0.25  # Intrinsic growth rate&#10;h &lt;- 0.1  # Per-capita harvest rate&#10;st &lt;- 0.25  # Standard deviation of demographic stochasticity&#10;K &lt;- 1  # Carrying capacity, assuming a scaled population and rates&#10;z &lt;- 1  # First order dynamics&#10;TMax &lt;- 50  # Maximum time&#10;&#10;# Initialise the population, perform a single simulation&#10;N &lt;- rep(0.5, TMax)&#10;for (t in 1:(TMax - 1)) {&#10;  rt &lt;- r * (1 + rnorm(1) * st)&#10;  ht &lt;- h * (1 + rnorm(1) * st)&#10;  N[t + 1] &lt;- N[t] + rt * N[t] * (1 - (N[t] / K)^z) - ht * N[t]&#10;}">
            <a:extLst>
              <a:ext uri="{FF2B5EF4-FFF2-40B4-BE49-F238E27FC236}">
                <a16:creationId xmlns:a16="http://schemas.microsoft.com/office/drawing/2014/main" id="{625815C8-9F04-3905-6FC4-A1093A99A8CB}"/>
              </a:ext>
            </a:extLst>
          </p:cNvPr>
          <p:cNvPicPr>
            <a:picLocks noChangeAspect="1"/>
          </p:cNvPicPr>
          <p:nvPr/>
        </p:nvPicPr>
        <p:blipFill>
          <a:blip r:embed="rId3"/>
          <a:stretch>
            <a:fillRect/>
          </a:stretch>
        </p:blipFill>
        <p:spPr>
          <a:xfrm>
            <a:off x="501115" y="1860582"/>
            <a:ext cx="5537608" cy="2697161"/>
          </a:xfrm>
          <a:prstGeom prst="rect">
            <a:avLst/>
          </a:prstGeom>
        </p:spPr>
      </p:pic>
      <p:pic>
        <p:nvPicPr>
          <p:cNvPr id="7" name="Picture 6">
            <a:extLst>
              <a:ext uri="{FF2B5EF4-FFF2-40B4-BE49-F238E27FC236}">
                <a16:creationId xmlns:a16="http://schemas.microsoft.com/office/drawing/2014/main" id="{313076B6-F0D1-7BB3-45FB-789EB538C5D1}"/>
              </a:ext>
            </a:extLst>
          </p:cNvPr>
          <p:cNvPicPr>
            <a:picLocks noChangeAspect="1"/>
          </p:cNvPicPr>
          <p:nvPr/>
        </p:nvPicPr>
        <p:blipFill>
          <a:blip r:embed="rId4"/>
          <a:stretch>
            <a:fillRect/>
          </a:stretch>
        </p:blipFill>
        <p:spPr>
          <a:xfrm>
            <a:off x="8683280" y="3671074"/>
            <a:ext cx="3040720" cy="2110499"/>
          </a:xfrm>
          <a:prstGeom prst="rect">
            <a:avLst/>
          </a:prstGeom>
        </p:spPr>
      </p:pic>
      <p:sp>
        <p:nvSpPr>
          <p:cNvPr id="8" name="TextBox 7">
            <a:extLst>
              <a:ext uri="{FF2B5EF4-FFF2-40B4-BE49-F238E27FC236}">
                <a16:creationId xmlns:a16="http://schemas.microsoft.com/office/drawing/2014/main" id="{BB71A247-7BF0-2579-06B4-7F41C8BB26CB}"/>
              </a:ext>
            </a:extLst>
          </p:cNvPr>
          <p:cNvSpPr txBox="1"/>
          <p:nvPr/>
        </p:nvSpPr>
        <p:spPr>
          <a:xfrm>
            <a:off x="8616226" y="3209162"/>
            <a:ext cx="466794" cy="369332"/>
          </a:xfrm>
          <a:prstGeom prst="rect">
            <a:avLst/>
          </a:prstGeom>
          <a:noFill/>
        </p:spPr>
        <p:txBody>
          <a:bodyPr wrap="none" rtlCol="0">
            <a:spAutoFit/>
          </a:bodyPr>
          <a:lstStyle/>
          <a:p>
            <a:r>
              <a:rPr lang="en-US" dirty="0"/>
              <a:t>(a)</a:t>
            </a:r>
            <a:endParaRPr lang="en-AU" dirty="0"/>
          </a:p>
        </p:txBody>
      </p:sp>
      <p:sp>
        <p:nvSpPr>
          <p:cNvPr id="9" name="TextBox 8">
            <a:extLst>
              <a:ext uri="{FF2B5EF4-FFF2-40B4-BE49-F238E27FC236}">
                <a16:creationId xmlns:a16="http://schemas.microsoft.com/office/drawing/2014/main" id="{85213E54-82BA-5FC3-4485-96FFDBCAADDE}"/>
              </a:ext>
            </a:extLst>
          </p:cNvPr>
          <p:cNvSpPr txBox="1"/>
          <p:nvPr/>
        </p:nvSpPr>
        <p:spPr>
          <a:xfrm>
            <a:off x="8616226" y="5412241"/>
            <a:ext cx="466794" cy="369332"/>
          </a:xfrm>
          <a:prstGeom prst="rect">
            <a:avLst/>
          </a:prstGeom>
          <a:noFill/>
        </p:spPr>
        <p:txBody>
          <a:bodyPr wrap="none" rtlCol="0">
            <a:spAutoFit/>
          </a:bodyPr>
          <a:lstStyle/>
          <a:p>
            <a:r>
              <a:rPr lang="en-US" dirty="0"/>
              <a:t>(b)</a:t>
            </a:r>
            <a:endParaRPr lang="en-AU" dirty="0"/>
          </a:p>
        </p:txBody>
      </p:sp>
    </p:spTree>
    <p:extLst>
      <p:ext uri="{BB962C8B-B14F-4D97-AF65-F5344CB8AC3E}">
        <p14:creationId xmlns:p14="http://schemas.microsoft.com/office/powerpoint/2010/main" val="1133625181"/>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2: </a:t>
            </a:r>
            <a:r>
              <a:rPr lang="en-US" dirty="0" err="1"/>
              <a:t>Visualising</a:t>
            </a:r>
            <a:r>
              <a:rPr lang="en-US" dirty="0"/>
              <a:t> multiple types of uncertainty (R)</a:t>
            </a:r>
            <a:endParaRPr lang="en-AU" dirty="0"/>
          </a:p>
        </p:txBody>
      </p:sp>
      <p:sp>
        <p:nvSpPr>
          <p:cNvPr id="2" name="Content Placeholder 5">
            <a:extLst>
              <a:ext uri="{FF2B5EF4-FFF2-40B4-BE49-F238E27FC236}">
                <a16:creationId xmlns:a16="http://schemas.microsoft.com/office/drawing/2014/main" id="{4897786A-5CF3-3C3A-4514-8C8F1C37D85E}"/>
              </a:ext>
            </a:extLst>
          </p:cNvPr>
          <p:cNvSpPr txBox="1">
            <a:spLocks/>
          </p:cNvSpPr>
          <p:nvPr/>
        </p:nvSpPr>
        <p:spPr>
          <a:xfrm>
            <a:off x="468000" y="1692000"/>
            <a:ext cx="6779694" cy="1033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We can explore the uncertainty associated with stochastic variation by repeating the simulation many times: </a:t>
            </a:r>
          </a:p>
        </p:txBody>
      </p:sp>
      <p:pic>
        <p:nvPicPr>
          <p:cNvPr id="10" name="Picture 9" descr="# How many times are we going to evaluate demographic stochasticity?&#10;NumReps &lt;- 2500&#10;# SCENARIO 1: Run the model with first order equations&#10;z &lt;- 1&#10;# Initialise the population, and simulate for 50 years&#10;N &lt;- matrix(0.5, nrow = NumReps, ncol = TMax)&#10;for (i in 1:NumReps) {&#10;  for (t in 1:(TMax - 1)) {&#10;    rt &lt;- r * (1 + rnorm(1) * st)&#10;    ht &lt;- h * (1 + rnorm(1) * st)&#10;    N[i, t + 1] &lt;- N[i, t] + rt * N[i, t] * (1 - (N[i, t]/K)^z) - ht * N[i, t]&#10;  }&#10;}&#10;Q &lt;- apply(N,2,quantile, probs = c(0.025, 0.975))&#10;plot(NA,&#10;     ylim = c(0, 1.25),&#10;     xlim = c(1, t),&#10;     xlab = expression(&quot;Time&quot;),&#10;     ylab = expression(&quot;Abundance&quot;),&#10;     title(main = &quot;Figure 1&quot;, font.main = 1, cex.main = 1.5, line = -1),&#10;polygon(x=c(1:TMax, TMax:1), y=c(Q[1,], rev(Q[2,])), col=rgb(1, 0, 0,0.25),border = NA))">
            <a:extLst>
              <a:ext uri="{FF2B5EF4-FFF2-40B4-BE49-F238E27FC236}">
                <a16:creationId xmlns:a16="http://schemas.microsoft.com/office/drawing/2014/main" id="{7B67F0B8-C5CF-59E3-8688-90AB6BAA92F8}"/>
              </a:ext>
            </a:extLst>
          </p:cNvPr>
          <p:cNvPicPr>
            <a:picLocks noChangeAspect="1"/>
          </p:cNvPicPr>
          <p:nvPr/>
        </p:nvPicPr>
        <p:blipFill>
          <a:blip r:embed="rId2"/>
          <a:stretch>
            <a:fillRect/>
          </a:stretch>
        </p:blipFill>
        <p:spPr>
          <a:xfrm>
            <a:off x="561432" y="2341626"/>
            <a:ext cx="6779695" cy="3222712"/>
          </a:xfrm>
          <a:prstGeom prst="rect">
            <a:avLst/>
          </a:prstGeom>
        </p:spPr>
      </p:pic>
      <p:pic>
        <p:nvPicPr>
          <p:cNvPr id="12" name="Picture 11" descr="# How many times are we going to evaluate demographic stochasticity?&#10;NumReps &lt;- 2500&#10;# SCENARIO 1: Run the model with first order equations&#10;z &lt;- 1&#10;# Initialise the population, and simulate for 50 years&#10;N &lt;- matrix(0.5, nrow = NumReps, ncol = TMax)&#10;for (i in 1:NumReps) {&#10;  for (t in 1:(TMax - 1)) {&#10;    rt &lt;- r * (1 + rnorm(1) * st)&#10;    ht &lt;- h * (1 + rnorm(1) * st)&#10;    N[i, t + 1] &lt;- N[i, t] + rt * N[i, t] * (1 - (N[i, t]/K)^z) - ht * N[i, t]&#10;  }&#10;}&#10;Q &lt;- apply(N,2,quantile, probs = c(0.025, 0.975))&#10;plot(NA,&#10;     ylim = c(0, 1.25),&#10;     xlim = c(1, t),&#10;     xlab = expression(&quot;Time&quot;),&#10;     ylab = expression(&quot;Abundance&quot;),&#10;     title(main = &quot;Figure 1&quot;, font.main = 1, cex.main = 1.5, line = -1),&#10;polygon(x=c(1:TMax, TMax:1), y=c(Q[1,], rev(Q[2,])), col=rgb(1, 0, 0,0.25),border = NA))">
            <a:extLst>
              <a:ext uri="{FF2B5EF4-FFF2-40B4-BE49-F238E27FC236}">
                <a16:creationId xmlns:a16="http://schemas.microsoft.com/office/drawing/2014/main" id="{4BFAA16C-4CB9-31B9-2B3A-3FBAE799831A}"/>
              </a:ext>
            </a:extLst>
          </p:cNvPr>
          <p:cNvPicPr>
            <a:picLocks noChangeAspect="1"/>
          </p:cNvPicPr>
          <p:nvPr/>
        </p:nvPicPr>
        <p:blipFill>
          <a:blip r:embed="rId3"/>
          <a:stretch>
            <a:fillRect/>
          </a:stretch>
        </p:blipFill>
        <p:spPr>
          <a:xfrm>
            <a:off x="7488351" y="1949824"/>
            <a:ext cx="4168942" cy="2913481"/>
          </a:xfrm>
          <a:prstGeom prst="rect">
            <a:avLst/>
          </a:prstGeom>
        </p:spPr>
      </p:pic>
    </p:spTree>
    <p:extLst>
      <p:ext uri="{BB962C8B-B14F-4D97-AF65-F5344CB8AC3E}">
        <p14:creationId xmlns:p14="http://schemas.microsoft.com/office/powerpoint/2010/main" val="978585945"/>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2: </a:t>
            </a:r>
            <a:r>
              <a:rPr lang="en-US" dirty="0" err="1"/>
              <a:t>Visualising</a:t>
            </a:r>
            <a:r>
              <a:rPr lang="en-US" dirty="0"/>
              <a:t> multiple types of uncertainty (R)</a:t>
            </a:r>
            <a:endParaRPr lang="en-AU" dirty="0"/>
          </a:p>
        </p:txBody>
      </p:sp>
      <p:sp>
        <p:nvSpPr>
          <p:cNvPr id="2" name="Content Placeholder 5">
            <a:extLst>
              <a:ext uri="{FF2B5EF4-FFF2-40B4-BE49-F238E27FC236}">
                <a16:creationId xmlns:a16="http://schemas.microsoft.com/office/drawing/2014/main" id="{4897786A-5CF3-3C3A-4514-8C8F1C37D85E}"/>
              </a:ext>
            </a:extLst>
          </p:cNvPr>
          <p:cNvSpPr txBox="1">
            <a:spLocks/>
          </p:cNvSpPr>
          <p:nvPr/>
        </p:nvSpPr>
        <p:spPr>
          <a:xfrm>
            <a:off x="468000" y="1691999"/>
            <a:ext cx="6779694" cy="420557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Forecast the abundance of the population under different forms of uncertainty:</a:t>
            </a:r>
          </a:p>
          <a:p>
            <a:r>
              <a:rPr lang="en-US" sz="1800" dirty="0"/>
              <a:t>Demographic uncertainty – allow the harvest rates and population growth rates to vary with multiplicative noise, </a:t>
            </a:r>
            <a:r>
              <a:rPr lang="en-US" sz="1800" dirty="0" err="1"/>
              <a:t>centred</a:t>
            </a:r>
            <a:r>
              <a:rPr lang="en-US" sz="1800" dirty="0"/>
              <a:t> on one, with standard deviations of 0.25;</a:t>
            </a:r>
          </a:p>
          <a:p>
            <a:r>
              <a:rPr lang="en-US" sz="1800" dirty="0"/>
              <a:t>Structural / Parametric uncertainty – consider the possibility that the exponent z is either 1 or 2.</a:t>
            </a:r>
          </a:p>
          <a:p>
            <a:r>
              <a:rPr lang="en-US" sz="1800" dirty="0"/>
              <a:t>Scenario uncertainty – assuming the exponent z is 1, consider the possibility that the harvest rates double from current rates (i.e., change from h = 0.1 to h = 0.2);</a:t>
            </a:r>
          </a:p>
          <a:p>
            <a:pPr marL="0" indent="0">
              <a:buNone/>
            </a:pPr>
            <a:r>
              <a:rPr lang="en-US" sz="1800" dirty="0"/>
              <a:t>For each form of uncertainty, choose a way to visualize the timeseries uncertainty (e.g., the figure on the right uses quantile shading). </a:t>
            </a:r>
          </a:p>
          <a:p>
            <a:pPr marL="0" indent="0">
              <a:buNone/>
            </a:pPr>
            <a:r>
              <a:rPr lang="en-US" sz="1800" dirty="0"/>
              <a:t>Label the figure appropriately and add a legend.</a:t>
            </a:r>
          </a:p>
        </p:txBody>
      </p:sp>
      <p:pic>
        <p:nvPicPr>
          <p:cNvPr id="5" name="Picture 4">
            <a:extLst>
              <a:ext uri="{FF2B5EF4-FFF2-40B4-BE49-F238E27FC236}">
                <a16:creationId xmlns:a16="http://schemas.microsoft.com/office/drawing/2014/main" id="{CECC31DA-A472-9A04-7037-4E8F84B1476D}"/>
              </a:ext>
            </a:extLst>
          </p:cNvPr>
          <p:cNvPicPr>
            <a:picLocks noChangeAspect="1"/>
          </p:cNvPicPr>
          <p:nvPr/>
        </p:nvPicPr>
        <p:blipFill>
          <a:blip r:embed="rId2"/>
          <a:stretch>
            <a:fillRect/>
          </a:stretch>
        </p:blipFill>
        <p:spPr>
          <a:xfrm>
            <a:off x="7496779" y="1969994"/>
            <a:ext cx="4146006" cy="2850807"/>
          </a:xfrm>
          <a:prstGeom prst="rect">
            <a:avLst/>
          </a:prstGeom>
        </p:spPr>
      </p:pic>
    </p:spTree>
    <p:extLst>
      <p:ext uri="{BB962C8B-B14F-4D97-AF65-F5344CB8AC3E}">
        <p14:creationId xmlns:p14="http://schemas.microsoft.com/office/powerpoint/2010/main" val="3328759407"/>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Tasks for Computer lab portfolio</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a:bodyPr>
          <a:lstStyle/>
          <a:p>
            <a:pPr marL="0" lvl="0" indent="0">
              <a:buClr>
                <a:srgbClr val="B1B1B1"/>
              </a:buClr>
              <a:buSzPct val="100000"/>
              <a:buNone/>
            </a:pPr>
            <a:r>
              <a:rPr lang="en-US" sz="1800" dirty="0"/>
              <a:t>The following tasks are to be completed using MATLAB (include code and the specified animation in any standard format):</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Animation of uncertainty surrounding larval cloud through time. Does not need to be a convex hull.</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endParaRPr lang="en-US" sz="1800" dirty="0"/>
          </a:p>
          <a:p>
            <a:pPr marL="0" indent="0">
              <a:lnSpc>
                <a:spcPct val="100000"/>
              </a:lnSpc>
              <a:buClr>
                <a:srgbClr val="B1B1B1"/>
              </a:buClr>
              <a:buSzPct val="100000"/>
              <a:buNone/>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The following tasks are to be completed using R (include code and the specified </a:t>
            </a:r>
            <a:r>
              <a:rPr lang="en-US" sz="1800" dirty="0" err="1"/>
              <a:t>visualisation</a:t>
            </a:r>
            <a:r>
              <a:rPr lang="en-US" sz="1800" dirty="0"/>
              <a:t> in the specified format):</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TIFF file showing the effects of different forms of uncertainty. Show three forms, with appropriate labels and legend.</a:t>
            </a:r>
          </a:p>
          <a:p>
            <a:pPr marL="0" indent="0">
              <a:lnSpc>
                <a:spcPct val="100000"/>
              </a:lnSpc>
              <a:buClr>
                <a:srgbClr val="B1B1B1"/>
              </a:buClr>
              <a:buSzPct val="100000"/>
              <a:buNone/>
              <a:tabLst>
                <a:tab pos="571320" algn="l"/>
                <a:tab pos="1485719" algn="l"/>
                <a:tab pos="2400119" algn="l"/>
                <a:tab pos="3314519" algn="l"/>
                <a:tab pos="4228919" algn="l"/>
                <a:tab pos="5143320" algn="l"/>
                <a:tab pos="6057720" algn="l"/>
                <a:tab pos="6972120" algn="l"/>
                <a:tab pos="7886520" algn="l"/>
                <a:tab pos="8800920" algn="l"/>
                <a:tab pos="9715320" algn="l"/>
              </a:tabLst>
            </a:pPr>
            <a:endParaRPr lang="en-US" sz="1800" dirty="0"/>
          </a:p>
          <a:p>
            <a:pPr marL="0" indent="0">
              <a:buNone/>
            </a:pPr>
            <a:endParaRPr lang="en-US" sz="1800" dirty="0"/>
          </a:p>
          <a:p>
            <a:pPr marL="0" indent="0">
              <a:buNone/>
            </a:pPr>
            <a:endParaRPr lang="en-US" sz="1800" dirty="0"/>
          </a:p>
          <a:p>
            <a:endParaRPr lang="en-AU" dirty="0"/>
          </a:p>
        </p:txBody>
      </p:sp>
    </p:spTree>
    <p:extLst>
      <p:ext uri="{BB962C8B-B14F-4D97-AF65-F5344CB8AC3E}">
        <p14:creationId xmlns:p14="http://schemas.microsoft.com/office/powerpoint/2010/main" val="498422975"/>
      </p:ext>
    </p:extLst>
  </p:cSld>
  <p:clrMapOvr>
    <a:masterClrMapping/>
  </p:clrMapOvr>
  <p:transition spd="med">
    <p:fade/>
  </p:transition>
</p:sld>
</file>

<file path=ppt/theme/theme1.xml><?xml version="1.0" encoding="utf-8"?>
<a:theme xmlns:a="http://schemas.openxmlformats.org/drawingml/2006/main" name="QUT Theme">
  <a:themeElements>
    <a:clrScheme name="QUT Template">
      <a:dk1>
        <a:srgbClr val="000000"/>
      </a:dk1>
      <a:lt1>
        <a:sysClr val="window" lastClr="FFFFFF"/>
      </a:lt1>
      <a:dk2>
        <a:srgbClr val="00467F"/>
      </a:dk2>
      <a:lt2>
        <a:srgbClr val="E7E6E6"/>
      </a:lt2>
      <a:accent1>
        <a:srgbClr val="0070C0"/>
      </a:accent1>
      <a:accent2>
        <a:srgbClr val="00B0F0"/>
      </a:accent2>
      <a:accent3>
        <a:srgbClr val="F0CA4D"/>
      </a:accent3>
      <a:accent4>
        <a:srgbClr val="E37B40"/>
      </a:accent4>
      <a:accent5>
        <a:srgbClr val="DE5B49"/>
      </a:accent5>
      <a:accent6>
        <a:srgbClr val="00467F"/>
      </a:accent6>
      <a:hlink>
        <a:srgbClr val="00467F"/>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T - PowerPoint Template - UX Review.potx" id="{D6B15108-E6E2-4AAA-9744-58BFFF89786C}" vid="{964841F0-B2D2-4AC3-8137-6F8129DAE5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B0F88029305344B4EE7A456A7E05EA" ma:contentTypeVersion="2" ma:contentTypeDescription="Create a new document." ma:contentTypeScope="" ma:versionID="1c19968684983cf4f7e4125ace58f69a">
  <xsd:schema xmlns:xsd="http://www.w3.org/2001/XMLSchema" xmlns:xs="http://www.w3.org/2001/XMLSchema" xmlns:p="http://schemas.microsoft.com/office/2006/metadata/properties" xmlns:ns2="07ef76e7-57fb-44c7-add5-4a78842c8a06" targetNamespace="http://schemas.microsoft.com/office/2006/metadata/properties" ma:root="true" ma:fieldsID="9e469e57688a41cbf777364d878f37e2" ns2:_="">
    <xsd:import namespace="07ef76e7-57fb-44c7-add5-4a78842c8a0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ef76e7-57fb-44c7-add5-4a78842c8a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20736A-7DCA-4606-8826-26B1ADA652DA}">
  <ds:schemaRefs>
    <ds:schemaRef ds:uri="http://schemas.microsoft.com/sharepoint/v3/contenttype/forms"/>
  </ds:schemaRefs>
</ds:datastoreItem>
</file>

<file path=customXml/itemProps2.xml><?xml version="1.0" encoding="utf-8"?>
<ds:datastoreItem xmlns:ds="http://schemas.openxmlformats.org/officeDocument/2006/customXml" ds:itemID="{DD9F0A16-D915-4611-A39C-4796DEB1FB56}">
  <ds:schemaRefs>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 ds:uri="07ef76e7-57fb-44c7-add5-4a78842c8a06"/>
    <ds:schemaRef ds:uri="http://schemas.microsoft.com/office/2006/metadata/properties"/>
  </ds:schemaRefs>
</ds:datastoreItem>
</file>

<file path=customXml/itemProps3.xml><?xml version="1.0" encoding="utf-8"?>
<ds:datastoreItem xmlns:ds="http://schemas.openxmlformats.org/officeDocument/2006/customXml" ds:itemID="{5FC32032-1E51-4B01-BBA5-1AD2E80CCD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ef76e7-57fb-44c7-add5-4a78842c8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QUT - PowerPoint Template</Template>
  <TotalTime>399</TotalTime>
  <Words>848</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QUT Theme</vt:lpstr>
      <vt:lpstr>Visualising Uncertainty </vt:lpstr>
      <vt:lpstr>Task 1: Visualising spatial uncertainty (MATLAB)</vt:lpstr>
      <vt:lpstr>Task 1: Visualising spatial uncertainty (MATLAB)</vt:lpstr>
      <vt:lpstr>Task 1: Visualising spatial uncertainty (MATLAB)</vt:lpstr>
      <vt:lpstr>Task 1: Visualising spatial uncertainty (MATLAB)</vt:lpstr>
      <vt:lpstr>Task 1: Visualising spatial uncertainty (MATLAB)</vt:lpstr>
      <vt:lpstr>Task 2: Visualising multiple types of uncertainty (R)</vt:lpstr>
      <vt:lpstr>Task 2: Visualising multiple types of uncertainty (R)</vt:lpstr>
      <vt:lpstr>Task 2: Visualising multiple types of uncertainty (R)</vt:lpstr>
      <vt:lpstr>Task 2: Visualising multiple types of uncertainty (R)</vt:lpstr>
      <vt:lpstr>Task 2: Visualising multiple types of uncertainty (R)</vt:lpstr>
      <vt:lpstr>Tasks for Computer lab portfolio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Ernesto Bello</dc:creator>
  <cp:keywords/>
  <dc:description/>
  <cp:lastModifiedBy>Riley Whebell</cp:lastModifiedBy>
  <cp:revision>1</cp:revision>
  <dcterms:created xsi:type="dcterms:W3CDTF">2022-12-14T23:33:06Z</dcterms:created>
  <dcterms:modified xsi:type="dcterms:W3CDTF">2024-09-04T04:07:33Z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0x010100CCB0F88029305344B4EE7A456A7E05EA</vt:lpwstr>
  </property>
</Properties>
</file>